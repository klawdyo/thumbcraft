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torytold/deckcraft" TargetMode="External"/><Relationship Id="rId3" Type="http://schemas.openxmlformats.org/officeDocument/2006/relationships/hyperlink" Target="https://example.com" TargetMode="External"/><Relationship Id="rId4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i="0">
                <a:hlinkClick r:id="rId2"/>
              </a:rPr>
              <a:t>Link para o GitHub</a:t>
            </a:r>
          </a:p>
        </p:txBody>
      </p:sp>
      <p:sp>
        <p:nvSpPr>
          <p:cNvPr id="3" name="Rectangle 2">
            <a:hlinkClick r:id="rId3"/>
          </p:cNvPr>
          <p:cNvSpPr/>
          <p:nvPr/>
        </p:nvSpPr>
        <p:spPr>
          <a:xfrm>
            <a:off x="640080" y="2743200"/>
            <a:ext cx="3657600" cy="1371600"/>
          </a:xfrm>
          <a:prstGeom prst="rect">
            <a:avLst/>
          </a:prstGeom>
          <a:solidFill>
            <a:srgbClr val="70AD47"/>
          </a:solidFill>
          <a:ln w="254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Forma com link</a:t>
            </a:r>
          </a:p>
        </p:txBody>
      </p:sp>
      <p:sp>
        <p:nvSpPr>
          <p:cNvPr id="4" name="TextBox 3">
            <a:hlinkClick action="ppaction://hlinksldjump" r:id="rId4"/>
          </p:cNvPr>
          <p:cNvSpPr txBox="1"/>
          <p:nvPr/>
        </p:nvSpPr>
        <p:spPr>
          <a:xfrm>
            <a:off x="64008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i="0"/>
              <a:t>Ir para o slide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 i="0"/>
              <a:t>Segundo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