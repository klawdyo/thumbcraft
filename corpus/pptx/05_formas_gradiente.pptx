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14400"/>
            <a:ext cx="2651760" cy="228600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0000FF"/>
              </a:gs>
            </a:gsLst>
            <a:lin scaled="0" ang="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383280" y="914400"/>
            <a:ext cx="2651760" cy="2286000"/>
          </a:xfrm>
          <a:prstGeom prst="ellipse">
            <a:avLst/>
          </a:prstGeom>
          <a:gradFill rotWithShape="1">
            <a:gsLst>
              <a:gs pos="0">
                <a:srgbClr val="00B050"/>
              </a:gs>
              <a:gs pos="100000">
                <a:srgbClr val="FFFF00"/>
              </a:gs>
            </a:gsLst>
            <a:lin scaled="0" ang="1620000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17920" y="914400"/>
            <a:ext cx="2651760" cy="2286000"/>
          </a:xfrm>
          <a:prstGeom prst="rect">
            <a:avLst/>
          </a:prstGeom>
          <a:gradFill rotWithShape="1">
            <a:gsLst>
              <a:gs pos="0">
                <a:srgbClr val="7030A0"/>
              </a:gs>
              <a:gs pos="100000">
                <a:srgbClr val="FFC000"/>
              </a:gs>
            </a:gsLst>
            <a:lin scaled="0" ang="1890000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0" y="914400"/>
            <a:ext cx="2651760" cy="2286000"/>
          </a:xfrm>
          <a:prstGeom prst="ellipse">
            <a:avLst/>
          </a:prstGeom>
          <a:gradFill rotWithShape="1">
            <a:gsLst>
              <a:gs pos="0">
                <a:srgbClr val="000000"/>
              </a:gs>
              <a:gs pos="100000">
                <a:srgbClr val="FFFFFF"/>
              </a:gs>
            </a:gsLst>
            <a:lin scaled="0" ang="540000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840480"/>
            <a:ext cx="10972800" cy="137160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33000">
                <a:srgbClr val="FFFF00"/>
              </a:gs>
              <a:gs pos="66000">
                <a:srgbClr val="00B050"/>
              </a:gs>
              <a:gs pos="100000">
                <a:srgbClr val="0070C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0" y="5303520"/>
            <a:ext cx="2743200" cy="13716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1F4E79"/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