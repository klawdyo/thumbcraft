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latin typeface="Calibri"/>
              </a:rPr>
              <a:t>Calibri: O rápido cão marrom pulou a cerca, ÁÉÍÓÚ 0123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latin typeface="Arial"/>
              </a:rPr>
              <a:t>Arial: O rápido cão marrom pulou a cerca, ÁÉÍÓÚ 0123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latin typeface="Times New Roman"/>
              </a:rPr>
              <a:t>Times New Roman: O rápido cão marrom pulou a cerca, ÁÉÍÓÚ 0123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latin typeface="Cambria"/>
              </a:rPr>
              <a:t>Cambria: O rápido cão marrom pulou a cerca, ÁÉÍÓÚ 0123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latin typeface="Comic Sans MS"/>
              </a:rPr>
              <a:t>Comic Sans MS: O rápido cão marrom pulou a cerca, ÁÉÍÓÚ 0123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latin typeface="Courier New"/>
              </a:rPr>
              <a:t>Courier New: O rápido cão marrom pulou a cerca, ÁÉÍÓÚ 0123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