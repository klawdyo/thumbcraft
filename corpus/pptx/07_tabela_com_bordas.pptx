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731520">
                <a:tc>
                  <a:txBody>
                    <a:bodyPr/>
                    <a:lstStyle/>
                    <a:p>
                      <a:r>
                        <a:t>Cabeçalho 1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Cabeçalho 2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Cabeçalho 3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Cabeçalho 4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L1C1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L1C2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L1C3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L1C4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L2C1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L2C2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L2C3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L2C4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L3C1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L3C2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L3C3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L3C4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L4C1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L4C2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L4C3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L4C4 ção</a:t>
                      </a:r>
                    </a:p>
                  </a:txBody>
                  <a:tcPr>
                    <a:lnL w="19050">
                      <a:solidFill>
                        <a:srgbClr val="C00000"/>
                      </a:solidFill>
                    </a:lnL>
                    <a:lnR w="19050">
                      <a:solidFill>
                        <a:srgbClr val="C00000"/>
                      </a:solidFill>
                    </a:lnR>
                    <a:lnT w="19050">
                      <a:solidFill>
                        <a:srgbClr val="C00000"/>
                      </a:solidFill>
                    </a:lnT>
                    <a:lnB w="19050">
                      <a:solidFill>
                        <a:srgbClr val="C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