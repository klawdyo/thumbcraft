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 personalizad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8" name="Mini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000" y="6200000"/>
            <a:ext cx="900000" cy="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00000" y="150000"/>
            <a:ext cx="1200000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com mestre e logotipo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logotipo vem do slide mestre, a miniatura do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