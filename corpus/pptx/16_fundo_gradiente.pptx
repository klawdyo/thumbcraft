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4E79"/>
            </a:gs>
            <a:gs pos="100000">
              <a:srgbClr val="BDD7E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Fundo gradiente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