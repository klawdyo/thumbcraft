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Estas são as notas do orador, com acentuação.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com notas do orador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 notas não aparecem no 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