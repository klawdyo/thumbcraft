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Transição e animação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devem ser ignoradas sem quebrar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