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9</c:v>
                </c:pt>
                <c:pt idx="2">
                  <c:v>3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9</c:v>
                </c:pt>
                <c:pt idx="2">
                  <c:v>3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9</c:v>
                </c:pt>
                <c:pt idx="2">
                  <c:v>3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5486400" cy="5943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17920" y="457200"/>
          <a:ext cx="54864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3474720"/>
          <a:ext cx="548640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