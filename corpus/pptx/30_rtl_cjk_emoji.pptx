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/>
              <a:t>مرحبا بالعالم  שלום עולם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/>
              <a:t>日本語のテキスト 中文文本 한국어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/>
              <a:t>Emoji: 😀 ✓ ★ → 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