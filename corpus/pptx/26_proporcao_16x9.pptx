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Proporção 16:9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13,333 x 7,5 pol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