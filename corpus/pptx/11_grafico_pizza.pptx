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Gráfico de pizza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30.1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1097280"/>
          <a:ext cx="10058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