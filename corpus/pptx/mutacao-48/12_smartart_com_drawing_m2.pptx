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000000-0000-0000-0000-00000000000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pt-BR"/>
        </a:p>
      </dgm:t>
    </dgm:pt>
    <dgm:pt modelId="{00000000-0000-0000-0000-000000000100}">
      <dgm:prSet/>
      <dgm:spPr/>
      <dgm:t>
        <a:bodyPr/>
        <a:lstStyle/>
        <a:p>
          <a:r>
            <a:rPr lang="pt-BR"/>
            <a:t>Planejar</a:t>
          </a:r>
        </a:p>
      </dgm:t>
    </dgm:pt>
    <dgm:pt modelId="{00000000-0000-0000-0000-000000000101}">
      <dgm:prSet/>
      <dgm:spPr/>
      <dgm:t>
        <a:bodyPr/>
        <a:lstStyle/>
        <a:p>
          <a:r>
            <a:rPr lang="pt-BR"/>
            <a:t>Executar</a:t>
          </a:r>
        </a:p>
      </dgm:t>
    </dgm:pt>
    <dgm:pt modelId="{00000000-0000-0000-0000-000000000102}">
      <dgm:prSet/>
      <dgm:spPr/>
      <dgm:t>
        <a:bodyPr/>
        <a:lstStyle/>
        <a:p>
          <a:r>
            <a:rPr lang="pt-BR"/>
            <a:t>Avaliar</a:t>
          </a:r>
        </a:p>
      </dgm:t>
    </dgm:pt>
  </dgm:ptLst>
  <dgm:cxnLst>
    <dgm:cxn modelId="{00000000-0000-0000-0000-000000000200}" srcId="{00000000-0000-0000-0000-000000000001}" destId="{00000000-0000-0000-0000-000000000100}" srcOrd="0" destOrd="0"/>
    <dgm:cxn modelId="{00000000-0000-0000-0000-000000000201}" srcId="{00000000-0000-0000-0000-000000000001}" destId="{00000000-0000-0000-0000-000000000101}" srcOrd="1" destOrd="0"/>
    <dgm:cxn modelId="{00000000-0000-0000-0000-000000000202}" srcId="{00000000-0000-0000-0000-000000000001}" destId="{00000000-0000-0000-0000-000000000102}" srcOrd="2" destOrd="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00000-0000-0000-0000-000000000300}">
      <dsp:nvSpPr>
        <dsp:cNvPr id="0" name=""/>
        <dsp:cNvSpPr/>
      </dsp:nvSpPr>
      <dsp:spPr>
        <a:xfrm>
          <a:off x="100000" y="1000000"/>
          <a:ext cx="3400000" cy="2040000"/>
        </a:xfrm>
        <a:prstGeom prst="rect">
          <a:avLst/>
        </a:prstGeom>
        <a:solidFill>
          <a:srgbClr val="4472C4"/>
        </a:solidFill>
        <a:ln w="127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pt-BR" sz="3200">
              <a:solidFill>
                <a:srgbClr val="FFFFFF"/>
              </a:solidFill>
            </a:rPr>
            <a:t>Planejar</a:t>
          </a:r>
        </a:p>
      </dsp:txBody>
      <dsp:txXfrm>
        <a:off x="100000" y="1000000"/>
        <a:ext cx="3400000" cy="2040000"/>
      </dsp:txXfrm>
    </dsp:sp>
    <dsp:sp modelId="{00000000-0000-0000-0000-000000000301}">
      <dsp:nvSpPr>
        <dsp:cNvPr id="0" name=""/>
        <dsp:cNvSpPr/>
      </dsp:nvSpPr>
      <dsp:spPr>
        <a:xfrm>
          <a:off x="3700000" y="1000000"/>
          <a:ext cx="3400000" cy="2040000"/>
        </a:xfrm>
        <a:prstGeom prst="rect">
          <a:avLst/>
        </a:prstGeom>
        <a:solidFill>
          <a:srgbClr val="ED7D31"/>
        </a:solidFill>
        <a:ln w="127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pt-BR" sz="3200">
              <a:solidFill>
                <a:srgbClr val="FFFFFF"/>
              </a:solidFill>
            </a:rPr>
            <a:t>Executar</a:t>
          </a:r>
        </a:p>
      </dsp:txBody>
      <dsp:txXfrm>
        <a:off x="3700000" y="1000000"/>
        <a:ext cx="3400000" cy="2040000"/>
      </dsp:txXfrm>
    </dsp:sp>
    <dsp:sp modelId="{00000000-0000-0000-0000-000000000302}">
      <dsp:nvSpPr>
        <dsp:cNvPr id="0" name=""/>
        <dsp:cNvSpPr/>
      </dsp:nvSpPr>
      <dsp:spPr>
        <a:xfrm>
          <a:off x="7300000" y="1000000"/>
          <a:ext cx="3400000" cy="2040000"/>
        </a:xfrm>
        <a:prstGeom prst="rect">
          <a:avLst/>
        </a:prstGeom>
        <a:solidFill>
          <a:srgbClr val="70AD47"/>
        </a:solidFill>
        <a:ln w="127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pt-BR" sz="3200">
              <a:solidFill>
                <a:srgbClr val="FFFFFF"/>
              </a:solidFill>
            </a:rPr>
            <a:t>Avaliar</a:t>
          </a:r>
        </a:p>
      </dsp:txBody>
      <dsp:txXfrm>
        <a:off x="7300000" y="1000000"/>
        <a:ext cx="3400000" cy="204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layoutNode name="diagram">
    <dgm:varLst>
      <dgm:dir/>
      <dgm:resizeHandles val="exact"/>
    </dgm:varLst>
    <dgm:alg type="snake">
      <dgm:param type="grDir" val="tL"/>
      <dgm:param type="flowDir" val="row"/>
      <dgm:param type="contDir" val="sameDir"/>
      <dgm:param type="off" val="ctr"/>
    </dgm:alg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primFontSz" for="ch" forName="node" op="equ" val="65"/>
    </dgm:constrLst>
    <dgm:ruleLst/>
    <dgm:forEach name="Name0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1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'1.0' encoding='UTF-8' standalone='yes'?>
<p:sldLayout xmlns:a="http://schemas.openxmlformats.org/drawingml/2006/main" xmlns:r="http://schemas.openxmlformats.org/officeDocument/2006/relationships" xmlns:p="http://schemas.openxmlformats.org/presentationml/2006/main" type="obj" preserve="1"><p:cSld name="Title and Content"><p:spTree><p:nvGrpSpPr><p:cNvPr id="1" name=""/><p:cNvGrpSpPr/><p:nvPr/></p:nvGrpSpPr><p:grpSpPr><a:xfrm><a:off x="0" y="0"/><a:ext cx="0" cy="0"/><a:chOff x="0" y="0"/><a:chExt cx="0" cy="0"/></a:xfrm></p:grpSpPr><p:sp><p:nvSpPr><p:cNvPr id="2" name="Title 1"/><p:cNvSpPr><a:spLocks noGrp="1"/></p:cNvSpPr><p:nvPr><p:ph type="title"/></p:nvPr></p:nvSpPr><p:spPr/><p:txBody><a:bodyPr/><a:lstStyle/><a:p><a:r><a:rPr lang="en-US" smtClean="0"/><a:t>Click to edit Master title style</a:t></a:r><a:endParaRPr lang="en-US"/></a:p></p:txBody></p:sp><p:sp><p:nvSpPr><p:cNvPr id="3" name="Content Placeholder 2"/><p:cNvSpPr><a:spLocks noGrp="1"/></p:cNvSpPr><p:nvPr><p:ph idx="1"/></p:nvPr></p:nvSpPr><p:spPr/><p:txBody><a:bodyPr/><a:lstStyle/><a:p><a:pPr lvl="0"/><a:r><a:rPr lang="en-US" smtClean="0"/><a:t>Click to edit Master text styles</a:t></a:r></a:p><a:p><a:pPr lvl="1"/><a:r><a:rPr lang="en-US" smtClean="0"/><a:t>Second level</a:t></a:r></a:p><a:p><a:pPr lvl="2"/><a:r><a:rPr lang="en-US" smtClean="0"/><a:t>Third level</a:t></a:r></a:p><a:p><a:pPr lvl="3"/><a:r><a:rPr lang="en-US" smtClean="0"/><a:t>Fourth level</a:t></a:r></a:p><a:p><a:pPr lvl="4"/><a:r><a:rPr lang="en-US" smtClean="0"/><a:t>Fifth level</a:t></a:r><a:endParaRPr lang="en-US"/></a:p></p:txBody></p:sp><p:sp><p:nvSpPr><p:cNvPr id="4" name="Date Placeholder 3"/><p:cNvSpPr><a:spLocks noGrp="1"/></p:cNvSpPr><p:nvPr><p:ph type="dt" sz="half" idx="10"/></p:nvPr></p:nvSpPr><p:spPr/><p:txBody><a:bodyPr/><a:lstStyle/><a:p><a:fld id="{5BCAD085-E8A6-8845-BD4E-CB4CCA059FC4}" type="datetimeFigureOut"><a:rPr lang="en-US" smtClean="0"/><a:t>1/27/13</a:t></a:fld><a:endParaRPr lang="en-US"/></a:p></p:txBody></p:sp><p:sp><p:nvSpPr><<p:cNvSpPr><a:spLocks noGrp="1"/></p:cNvSpPr><p:nvPr><p:ph type="ftr" sz="quarter" idx="11"/></p:nvPr></p:nvSpPr><p:spPr/><p:txBody><a:bodyPr/><a:lstStyle/><a:p><a:endParaRPr lang="en-US"/></a:p></p:txBody></p:sp><p:sp><p:nvSpPr><p:cNvPr id="6" name="Slide Number Placeholder 5"/><p:cNvSpPr><a:spLocks noGrp="1"/></p:cNvSpPr><p:nvPr><p:ph type="sldNum" sz="quarter" idx="12"/></p:nvPr></p:nvSpPr><p:spPr/><p:txBody><a:bodyPr/><a:lstStyle/><a:p><a:fld id="{C1FF6DA9-008F-8B48-92A6-B652298478BF}" type="slidenum"><a:rPr lang="en-US" smtClean="0"/><a:t>‹#›</a:t></a:fld><a:endParaRPr lang="en-US"/></a:p></p:txBody></p:sp></p:spTree><p:extLst><p:ext uri="{BB962C8B-B14F-4D97-AF65-F5344CB8AC3E}"><p14:creationId xmlns:p14="http://schemas.microsoft.com/office/powerpoint/2010/main" val="2614314258"/></p:ext></p:extLst></p:cSld><p:clrMapOvr><a:masterClrMapping/></p:clrMapOvr>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/>
              <a:t>SmartArt (lista básica de blocos)</a:t>
            </a:r>
          </a:p>
        </p:txBody>
      </p:sp>
      <p:graphicFrame>
        <p:nvGraphicFramePr>
          <p:cNvPr id="50" name="Diagrama 1"/>
          <p:cNvGraphicFramePr/>
          <p:nvPr/>
        </p:nvGraphicFramePr>
        <p:xfrm>
          <a:off x="838200" y="1600200"/>
          <a:ext cx="10515600" cy="38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