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&#65533;xmlns="http://schemas.openxmlformats.org/package/2006/relationships"><Relationship Id="rId1" Type="http://schemas.openxmlfo&#65533;mats.org/o&#65533;ficeDo&#65533;ument/2006/relationships/slideMaster" Target="../slideMasters/slideM&#65533;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B050"/>
              </a:gs>
              <a:gs pos="100000">
                <a:srgbClr val="FFFF00"/>
              </a:gs>
            </a:gsLst>
            <a:lin scaled="0" ang="162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FFC000"/>
              </a:gs>
            </a:gsLst>
            <a:lin scaled="0" ang="189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54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5303520"/>
            <a:ext cx="2743200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1F4E79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