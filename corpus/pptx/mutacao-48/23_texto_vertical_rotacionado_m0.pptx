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woObj" preserve="1"><p:cSld name="Two Content"><p:spTree><p:nvGrpSpPr><p:cNvPr id="1" name=""/><p:cNvGrpSpPr/><p:nvPr/></p:nvGrpSpPr><p:grpSpPr><a:xfrm><a:off x="0" y="0"/><a:ext cx="0" cy="0"/><a:chOff x="0" y="0"/><a:chExt cx="0" cy="0"/></a:xfrm></p:grpSpPr><p:sp><p:nvSpPr><p:cNvPr id=2" name="Title 1"/><p:cNvSpPr><a:spLocks noGrp="1"/></p:cNvSpPr><p:nvPr><p:ph type="title"/></p:nvPr></p:nvSpPr><p:spPr/><p:txBody><a:bodyPr/><a:lstStyle/><a:p><a:r><a:rPr lang="en-US" smtClean="0"/><a:t>Click to edit Master title style</a:t></a:r><a:endParaRPrlang="en-US"/></a:p></p:txBody></p:sp><p:sp><p:nvSpPr><p:cNvPr id="3" name="Content Placeholder 2"/><p:cNvSpPr><a:spLocks noGrp="1"/></p:cNvSpPr><p:nvPr><p:ph sz="half" idx="1"/></p:nvPr></p:nvSpPr><p:spPr><a:xfrm><a:off x="457200" y="1600200"/><a:ext cx="4038600" cy="4525963"/></a:xfrm></p:spPr><p:txBody><a:bodyPr/><a:lstStyle><a:lvl1pPr><a:defRPr sz="2800"/></a:lvl1pPr><a:lvl2pPr><a:defRPr sz="2400"/></a:lvl2pPr><a:lvl3pPr><a:defRPr sz="2000"/></a:lvl3pPr><a:lvl4pPr><a:defRPr sz="1800"/></a:lvl4pPr><a:lvl5pPr><a:defRPr sz="1800"/></a:lvl5pPr><a:lvl6pPr><a:defRPr sz="1800"/></a:lvl6pPr><a:lvl7pPr><a:defRPr sz="1800"/></a:lvl7pPr><a:lvl8pPr><a:defRPr sz="1800"/></a:lvl8pPr><a:lvl9pPr><a:defRPr sz="18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4" name="Content Placeholder 3"/><p:cNvSpPr><a:spLocks noGrp="1"/></p:cNvSpPr><p:nvPr><p:ph sz="half" idx="2"/></p:nvPr></p:nvSpPr><p:spPr><a:xfrm><a:off x="4648200" y="1600200"/><a:ext cx="4038600" cy="4525963"/></a:xfrm></p:spPr><p:txBody><a:bodyPr/><a:lstStyle><a:lvl1pPr><a:defRPr sz="2800"/></a:lvl1pPr><a:lvl2pPr><a:defRPr sz="2400"/></a:lvl2pPr><a:lvl3pPr><a:defRPr sz="2000"/></a:lvl3pPr><a:lvl4pPr><a:defRPr sz="1800"/></a:lvl4pPr><a:lvl5pPr><a:defRPr sz="1800"/></a:lvl5pPr><a:lvl6pPr><a:defRPr sz="1800"/></a:lvl6pPr><a:lvl7pPr><a:defRPr sz="1800"/></a:lvl7pPr><a:lvl8pPr><a:defRPr sz="1800"/></a:lvl8pPr><a:lvl9pPr><a:defRPr sz="1800"/></a:lvl9pPr></a:lstStyle><a:p><a:pPr lvl="0"/><a:r><a:rPr lang="en-US" smtClean="0"/><a:t>Click to edit Master text styles</a:t></a:r></a:p><a:p><a:pPr lvl="1"/><a:r><a:rPr lang="en-US3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6" name="Footer Placeholder 5"/><p:cNvSpPr><a:spLocks noGrp="1"/></p:cNvSpPr><p:nvPr><p:ph type="ftr" sz="quarter" idx="11"/></p:nvPr></p:nvSpPr><p:spPr/><p:txBody><a:bodyPr/><a:lstStyle/><a:p><a:endParaRPr lang="en-US"/></a:p></p:txBody></p:sp><p:sp><p:nvSpPr><p:cNvPr id="7" name="Slide Number Placeholder 6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M:endParaRPr lang="en-US"/></a:p></p:txBody></p:sp></p:spTree><p:extLst><p:ext uri="{BB962C8B-B14F-4D97-AF65-F5344CB8AC3E}"><p14:creationId xmlns:p14="http://schemas.microsoft.com/office/powerpoint/2010/main" val="2782244947"/></p:ext></p:extLst></:cSld><p:clrMapOvr><a:masterClrMapping/></p:clrMapOvr>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