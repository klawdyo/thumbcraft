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yout personalizad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8" name="Mini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0000" y="6200000"/>
            <a:ext cx="900000" cy="5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'1.0' encoding='UTF-8' standalone='yes'?>
<p:sldLayout xmlns:a="http://schemas.openxmlformats.org/drawingml/2006/main" xmlns:r="http://schemas.openxmlformats.org/officeDocument/2006/relationships" xmlns:p="http://schemas.openxmlformats.org/presentationml/2006/main" type="objTx" preserve="1"><p:cSld name="Content with Caption"><p:spTree><p:nvGrpSpPr><p:cNvPr id="1" name=""/><p:cNvGrpSpPr/><p:nvPr/></p:nvGrpSpPr><p:grpSpPr><a:xfrm><a:off x="0" y="0"/><a:ext cx="0" cy="0"/><a:chOff x="0" y="0"/><a:chExt cx="0" cy="0"/></a:xfrm></p:grpSpPr><p:sp><p:nvSpPr><p:cNvPr id="2" name="Title 1"/><p:cNvSpPr><a:spLocks noGrp="1"/></p:cNvSpPr><p:nvPr><p:ph type="title"/></p:nvPr></p:nvSpPr><p:spPr><a:xfrm><a:off x="457200" y="273050"/><a:ext cx="3008313" cy="1162050"/></a:xfrm></p:spPr><p:txBody><a:bodyPr anchor="b"/><a:lstStyle><a:lvl1pPr algn="l"><a:defRPr sz="2000" b="1"/></a:lvl1pPr></a:lstStyle><a:p><a:r><a:rPr lang="en-US" smtClean="0"/><a:t>Click to edit Master title style</a:t></a:r><a:endParaRPr lang="en-US"/></a:p></p:txBody></p:sp><p:sp><p:nvSpPr><p:cNvPr id="3" name="Content Placeholder 2"/><p:cNvSpPr><a:spLocks noGrp="1"/></p:cNvSpPr><p:nvPr><p:ph idx="1"/></p:nvPr></p:nvSpPr><p:spPr><a:xfrm><a:off x="3575050" y="273050"/><a:ext cx="5111750" cy="5853113"/></a:xfrm></p:spPr><p:txBody><a:bodyPr/><a:lstStyle><a:lvl1pPr><a:defRPr sz="3200"/></a:lvl1pPr><a:lvl2pPr><a:defRPr sz="2800"/></a:lvl2pPr><a:lvl3pPr><a:defRPr sz="2400"/></a:lvl3pPr><a:lvl4pPr><a:defRPr sz="2000"/></a:lvl4pPr><a:lvl5pPr><a:defRPr sz="2000"/></a:lvl5pPr><a:lvl6pPr><a:defRPr sz="2000"/></a:lvl6pPr><a:lvl7pPr><a:defRPr sz="2000"/></a:lvl7pPr><a:lvl8pPr><a:defRPr sz="2000"/></a:lvl8pPr><a:lvl9pPr><a:defRPr sz="2000"/></a:lvl9pPr></a:lstStyle><a:p><a:pPr lvl="0"/><a:r><a:rPr lang="en-US" smtClean="0"/><a:t>Click to edit Master text styles</a:t></a:r></a:p><a:p><a:pPr lvl="1"/><a:r><a:rPr lang="en-US" smtClean="0"/><a:t>Second level</a:t></a:r></a:p><a:p><a:pPr lvl="2"/><a:r><a:rPr lang="en-US" smtClean="0"/><a:t>Third level</a:t></a:r></a:p><a:p><a:pPr lvl="3"/><a:r><a:rPr lang="en-US" smtClean="0"/><a:t>Fourth level</a:t></a:r></a:p><a:p><a:pPr lvl="4"/><a:r><a:rPr lang="en-US" smtClean="0"/><a:t>Fifth level</a:t></a:r><a:endParaRPr lang="en-US"/></a:p></p:txBody></p:sp><p:sp><p:nvSpPr><p:cNvPr id="4" name="Text Placeholder 3"/><p:cNvSpPr><a:spLocks noGrp="1"/></p:cNvSpPr><p:nvPr><p:ph type="body" sz="half" idx="2"/></p:nvPr></p:nvSpPr><p:spPr><a:xfrm><a:off x="457200" y="1435100"/><a:ext cx="3008313" cy="4691063"/></a:xfrm></p:spPr><p:txBody><a:bodl1pPr marL="0" indent="0"><a:buNone/><a:defRPr sz="1400"/></a:lvl1pPr><a:lvl2pPr marL="457200" indent="0"><a:buNone/><a:defRPr sz="1200"/></a:lvl2pPr><a:lvl3pPr marL="914400" indent="0"><a:buNone/><a:defRPr sz="1000"/></a:lvl3pPr><a:lvl4pPr marL="1371600" indent="0"><a:buNone/><a:defRPr sz="900"/></a:lvl4pPr><a:lvl5pPr marL="1828800" indent="0"><a:buNone/><a:defRPr sz="900"/></a:lvl5pPr><a:lvl6pPr marL="2286000" indent="0"><a:buNone/><a:defRPr sz="900"/></a:lvl6pPr><a:lvl7pPr marL="2743200" indent="0"><a:buNone/><a:defRPr sz="900"/></a:lvl7pPr><a:lvl8pPr marL="3200400" indent="0"><a:buNone/><a:defRPr sz="900"/></a:lvl8pPr><a:lvl9pPr marL="3657600" indent="0"><a:buNone/><a:defRPr sz="900"/></a:lvl9pPr></a:lstStyle><a:p><a:pPr lvl="0"/><a:r><a:rPr lang="en-US" smtClean="0"/><a:t>Click to edit Master text styles</a:t></a:r></a:p></p:txBody></p:sp><p:sp><p:nvSpPr><p:cNvPr id="5" name="Date Placeholder 4"/><p:cNvSpPr><a:spLocks noGrp="1"/></p:cNvSpPr><p:nvPr><p:ph type="dt" sz="half" idx="10"/></p:nvPr></p:nvSpPr><p:spPr/><p:txBody><a:bodyPr/><a:lstStyle/><a:p><a:fld id="{5BCAD085-E8A6-8845-BD4E-CB4CCA059FC4}" type="datetimeFigureOut"><a:rPr lang="en-US" smtClean="0"/><a:t>1/27/13</a:t></a:fld><a:endParaRPr lang="en-US"/></a:p></p:txBody></p:sp><p:sp><p:nvSpPr><p:cNvPr id="6" name="Footer Placeholder 5"/><p:cNvSpPr><a:spLocks noGrp="1"/></p:cNvSpPr><p:nvPr><p:ph type="ftr" sz="quarter" idx="11"/></p:nvPr></p:nvSpPr><p:spPr/><p:txBody><a:bodyPr/><a:lstStyle/><a:p><a:endParaRPr lang="en-US"/></a:p></p:txBody></p:sp><p:sp><p:nvSpPr><p:cNvPr id="7" name="Slide Number Placeholder 6"/><p:cNvSpPr><a:spLocks noGrp="1"/></p:cNvSpPr><p:nvPr><p:ph type="sldNum" sz="quarter" idx="12"/></p:nvPr></p:nvSpPr><p:spPr/><p:txBody><a:bodyPr/><a:lstStyle/><a:p><a:fld id="{C1FF6DA9-008F-8B48-92A6-B652298478BF}" type="slidenum"><a:rPr lang="en-US" smtClean="0"/><a:t>‹#›</a:t></a:fld><a:endParaRPr lang="en-US"/></a:p></p:txBody></p:sp></p:spTree><p:extLst><p:ext uri="{BB962C8B-B14F-4D97-AF65-F5344CB8AC3E}"><p14:creationId xmlns:p14="http://schemas.microsoft.com/office/powerpoint/2010/main" val="1840726560"/></p:ext></p:extLst></p:cSld><p:clrMapOvr><a:masterClrMapping/></p:clrMapOvr>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9" name="Logo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800000" y="150000"/>
            <a:ext cx="1200000" cy="4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com mestre e logotipo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logotipo vem do slide mestre, a miniatura do layout.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