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'1.0' encoding='UTF-8' standalone='yes'?>
<p:sldLayout xmlns:a="http://schemas.openxmlformats.org/drawingml/2006/main" xmlns:r="http://schemas.openxmlformats.org/officeDocument/2006/relationships" xmlns:p="http://schemas.openxmlformats.org/presentationml/2006/main" type="vertTitleAndTx" preserve="1"><p:cSld name="Vertical Title and Text"><p:spTree><p:nvGrpSpPr><p:cNvPr id="1" name=""/><p:cNvGrpSpPr/><p:nvPr/></p:nvGrpSpPr><p:grpSpPr><a:xfrm><a:off x="0" y="0"/><a:ext cx="0" cy="0"/><a:chOff x="0" y="0"/><a:chExt cx="0" cy="0"/></a:xfrm></p:grpSpPr><p:sp><p:nvSpPr><p:cNvPr id="2" name="Vertical Title 1"/><p:cNvSpPr><a:spLocks noGrp="1"/></p:cNvSpPr><p:nvPr><p:ph type="title" orient="vert"/></p:nvPr>><p:spPr><a:xfrm><a:off x="6629400" y="274638"/><a:ext cx="2057400" cy="5851525"/></a:xfrm></p:spPr><p:txBody><a:bodyPr vert="eaVert"/><a:lstStyle/><a:p><a:r><a:rPr lang="en-US" smtClean="0"/><a:t>Click to edit Master title style</a:t></a:r><a:endParaRPr lang="en-US"/></a:p></p:txBody></p:sp><p:sp><p:nvSpPr><p:cNvPr id="3" name="Vertical Text Placeholder 2"/><p:cNvSpPr><a:spLocks noGrp="1"/></p:cNvSpPr><p:nvPr><p:ph type="body" orient="vert" idx="1"/></p:nvPr></p:nvSpPr><p:spPr><a:xfrm><a:off x="457200" y="274638"/><a:ext cx="6019800" cy="5851525"/></a:xfrm></p:spPr><p:txBody><a:bodyPr vert="eaVert"/><a:lstStyle/><a:p><a:pPr lvl="0"/><a:r><a:rPr lang="en-US" smtClean="0"/><a:t>Click to edit Master text styles</a:t></a:r></a:p><a:p><a:pPr lvl="1"/><a:r><a:rPr lang="en-US" smtClean="0"/><a:t>Second level</a:t></a:r></a:p><a:p><a:pPr lvl="2"/><a:r><a:rPr lang="en-US" smtClean="0"/><a:t>Third level</a:t></a:r></a:p><a:p><a:pPr lvl="3"/><a:r><a:rPr lang="en-US" smtClean="0"/><a:t>Fourth level</a:t></a:r></a:p><a:p><a:pPr lvl="4"/><a:r><a:rPr lang="en-US" smtClean="0"/><a:t>Fifth level</a:t></a:r><a:endParaRPr lang="en-US"/></a:p></p:txBody></p:sp><p:sp><p:nvSpPr><p:cNvPr id="4" name="Date Placeholder 3"/><p:cNvSpPr><a:spLocks noGrp="1"/></p:cNvSpPr><p:nvPr><p:ph type="dt" sz="half" idx="10"/></p:nvPr></p:nvSpPr><p:spPr/><p:txBody><a:bodyPr/><a:lstStyle/><a:p><a:fld id="{5BCAD085-E8A6-8845-BD4E-CB4CCA059FC4}" type="datetimeFigureOut"><a:rPr lang="en-US" smtClean="0"/><a:t>1/27/13</a:t></a:fld><a:endParaRPr lang="en-US"/></a:p></p:txBody></p:sp><p:sp><p:nvSpPr><p:cNvPr id="5" name="Footer Placeholder 4"/><p:cNvSpPr><a:spLocks noGrp="1"/></p:cNvSpPr><p:nvPr><p:ph type="ftr" sz="quarter" idx="11"/></p:nvPr></p:nvSpPr><p:spPr/><p:txBody><a:bodyPr/><a:lstStyle/><a:p><a:endParaRPr lang="en-US"/></a:p></p:txBody></p:sp><p:sp><p:nvSpPr><p:cNvPr id="6" name="Slide Number Placeholder 5"/><p:cNvSpPr><a:spLocks noGrp="1"/></p:cNvSpPr><p:nvPr><p:ph type="sldNum" sz="quarter" idx="12"/></p:nvPr></p:nvSpPr><p:spPr/><p:txBody><a:bodyPr/><a:lstStyle/><a:p><a:fld id="{C1FF6DA9-008F-8B48-92A6-B652298478BF}" type="slidenum"><a:rPr lang="en-US" smtClean="0"/><a:t>‹#›</a:t></a:fld><a:endParaRPr lang="en-US"/></a:p></p:txBody></p:sp></p:spTree><p:extLst><p:ext uri="{BB962C8B-B14F-4D97-AF65-F5344CB8AC3E}"><p14:creationId xmlns:p14="http://schemas.microsoft.com/office/powerpoint/2010/main" val="3612223792"/></p:ext></p:extLst></p:cSld><p:clrMapOvr><a:masterClrMapping/></p:clrMapOvr>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14400"/>
            <a:ext cx="2651760" cy="228600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0000FF"/>
              </a:gs>
            </a:gsLst>
            <a:lin scaled="0" ang="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383280" y="914400"/>
            <a:ext cx="2651760" cy="2286000"/>
          </a:xfrm>
          <a:prstGeom prst="ellipse">
            <a:avLst/>
          </a:prstGeom>
          <a:gradFill rotWithShape="1">
            <a:gsLst>
              <a:gs pos="0">
                <a:srgbClr val="00B050"/>
              </a:gs>
              <a:gs pos="100000">
                <a:srgbClr val="FFFF00"/>
              </a:gs>
            </a:gsLst>
            <a:lin scaled="0" ang="1620000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7920" y="914400"/>
            <a:ext cx="2651760" cy="2286000"/>
          </a:xfrm>
          <a:prstGeom prst="rect">
            <a:avLst/>
          </a:prstGeom>
          <a:gradFill rotWithShape="1">
            <a:gsLst>
              <a:gs pos="0">
                <a:srgbClr val="7030A0"/>
              </a:gs>
              <a:gs pos="100000">
                <a:srgbClr val="FFC000"/>
              </a:gs>
            </a:gsLst>
            <a:lin scaled="0" ang="1890000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0" y="914400"/>
            <a:ext cx="2651760" cy="2286000"/>
          </a:xfrm>
          <a:prstGeom prst="ellipse">
            <a:avLst/>
          </a:prstGeom>
          <a:gradFill rotWithShape="1">
            <a:gsLst>
              <a:gs pos="0">
                <a:srgbClr val="000000"/>
              </a:gs>
              <a:gs pos="100000">
                <a:srgbClr val="FFFFFF"/>
              </a:gs>
            </a:gsLst>
            <a:lin scaled="0" ang="540000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840480"/>
            <a:ext cx="10972800" cy="137160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33000">
                <a:srgbClr val="FFFF00"/>
              </a:gs>
              <a:gs pos="66000">
                <a:srgbClr val="00B050"/>
              </a:gs>
              <a:gs pos="100000">
                <a:srgbClr val="0070C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0" y="5303520"/>
            <a:ext cx="2743200" cy="13716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1F4E79"/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