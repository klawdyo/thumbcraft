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99999999999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-9999999999tx1">
                    <a:tint val="-9999999999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-9999999999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Imagens PNG (esquerda) e JPEG (direita)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