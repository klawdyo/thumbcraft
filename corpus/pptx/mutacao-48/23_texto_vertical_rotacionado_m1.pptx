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'1.0' encoding='UTF-8' standalone='yes'?>
<p:sldLayout xmlns:a="http://schemas.openxmlformats.org/drawingml/2006/main" xmlns:r="http://schemas.openxmlformats.org/officeDocument/2006/relationships" xmlns:p="http://schemas.openxmlformats.org/presentationml/2006/main" type="obj" preserve="1"><p:cSld name="Title and Content"><p:spTree><p:nvGrpSpPr><p:cNvPr id="1" name=""/><p:cNvGrpSpPr/><p:nvPr/></p:nvGrpSpPr><p:grpSpPr><a:xfrm><a:off x="0" y="0"/><a:ext cx="0" cy="0"/><a:chOff x="0" y="0"/><a:chExt cx="0" cy="0"/></a:xfrm></p:grpSpPr><p:sp><p:nvSpPr><p:cNvPr id="2" name="Title 1"/><p:cNvSpPr><a:spLocks noGrp="1"/></p:cNvSpPr><p:nvPr><p:ph type="title"/></p:nvPr></p:nvSpPr><p:spPr/><p:txBody><a:bodyPr/><a:lstStyle/><a:p><a:r><a:rPr lang="en-US" smtClean="0"/><a:t>Click to edit Master title style</a:t></a:r><a:endParaRPr lang="en-US"/></a:p></p:txBody></p:sp><p:sp><p:nvSpPr><p:cNvPr id="3" name="Content Placeholder 2"/><p:cNvSpPr><a:spLocks noGrp="1"/></p:cNvSpPr><p:nvPr><p:ph idx="1"/></p:nvPr></p:nvSpPr><p:spPr/><p:txBody><a:bodyPr/><a:lstStyle/><a:p><a:pPr lvl="0"/><a:r><a:rPr lang="en-US" smtClean="0"/><a:t>Click to edit Master text styles</a:t></a:r></a:p><a:p><a:pPr lvl="1"/><a:r><a:rPr lang="en-US" smtClean="0"/><a:t>Second level</a:t></a:r></a:p><a:p><a:pPr lvl="2"/><a:r><a:rPr lang="en-US" smtClean="0"/><a:t>Third level</a:t></a:r></a:p><a:p><a:pPr lvl="3"/><a:r><a:rPr lang="en-US" smtClean="0"/><a:t>Fourth level</a:t></a:r></a:p><a:p><a:pPr lvl="4"/><a:r><a:rPr lang="en-US" smtClean="0"/><a:t>Fifth level</a:t></a:r><a:endParaRPr lang="en-US"/></a:p></p:txBody></p:sp><p:sp><p:nvSpPr><p:cNvPr id="4" name="Date Placeholder 3"/><p:cNvSpPr><a:spLocks noGrp="1"/></p:cNvSpPr><p:nvPr><p:ph type="dt" sz="half" idx="10"/></p:nvPr></p:nvSpPr><p:spPr/><p:txBody><a:bodyPr/><a:lstStyle/><a:p><a:fld id="{5BCAD085-E8A6-8845-BD4E-CB4CCA059FC4}" type="datetimeFigureOut"><a:rPr lang="en-US" smtClean="0"/><a:t>1/27/13</a:t></a:fld><a:endParaRPr lang="en-US"/></a:p></p:txBody></p:sp><p:sp><p:nvSpPr><p:cNvPr id="5" name="Footer Placeholder 4"/><p:cNvSpPr><a:spLocks noGrp="1"/></p:cNvSpPr><p:nvPr><p:ph type="ftr" sz="quarter" idx="11"/></p:nvPr></p:nvSpPr><p:spPr/><p:txBody><a:bodyPr/><a:lstStyle/><a:p><a:endParaRPr lang="en-US"/></a:p></p:txBody></p:sp><p:sp><p:nvSpPr><p:cNvPr id="6" name="Slide Number Placeholder 5"/><p:cNvSpPr><a:spLocks noGrp="1"/></p:cNvSpPr><p:nvPr><p:ph type="sldNum" sz="quarter" idx="12"/></p:nvPr></p:nvSpPr><p:spPr/><p:txBody><a:bodyPr/><a:lstStyle/><a:p><a:f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645920" cy="4572000"/>
          </a:xfrm>
          <a:prstGeom prst="rect">
            <a:avLst/>
          </a:prstGeom>
          <a:noFill/>
        </p:spPr>
        <p:txBody>
          <a:bodyPr wrap="square" vert="vert">
            <a:spAutoFit/>
          </a:bodyPr>
          <a:lstStyle/>
          <a:p>
            <a:r>
              <a:rPr sz="2400" b="0" i="0"/>
              <a:t>Texto vertical vert 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731520"/>
            <a:ext cx="1645920" cy="4572000"/>
          </a:xfrm>
          <a:prstGeom prst="rect">
            <a:avLst/>
          </a:prstGeom>
          <a:noFill/>
        </p:spPr>
        <p:txBody>
          <a:bodyPr wrap="square" vert="eaVert">
            <a:spAutoFit/>
          </a:bodyPr>
          <a:lstStyle/>
          <a:p>
            <a:r>
              <a:rPr sz="2400" b="0" i="0"/>
              <a:t>Texto vertical eaVert 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731520"/>
            <a:ext cx="1645920" cy="4572000"/>
          </a:xfrm>
          <a:prstGeom prst="rect">
            <a:avLst/>
          </a:prstGeom>
          <a:noFill/>
        </p:spPr>
        <p:txBody>
          <a:bodyPr wrap="square" vert="vert270">
            <a:spAutoFit/>
          </a:bodyPr>
          <a:lstStyle/>
          <a:p>
            <a:r>
              <a:rPr sz="2400" b="0" i="0"/>
              <a:t>Texto vertical vert270 ação</a:t>
            </a:r>
          </a:p>
        </p:txBody>
      </p:sp>
      <p:sp>
        <p:nvSpPr>
          <p:cNvPr id="5" name="TextBox 4"/>
          <p:cNvSpPr txBox="1"/>
          <p:nvPr/>
        </p:nvSpPr>
        <p:spPr>
          <a:xfrm rot="1800000">
            <a:off x="6858000" y="914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C00000"/>
                </a:solidFill>
              </a:rPr>
              <a:t>Rotacionado 30°</a:t>
            </a:r>
          </a:p>
        </p:txBody>
      </p:sp>
      <p:sp>
        <p:nvSpPr>
          <p:cNvPr id="6" name="TextBox 5"/>
          <p:cNvSpPr txBox="1"/>
          <p:nvPr/>
        </p:nvSpPr>
        <p:spPr>
          <a:xfrm rot="20400000">
            <a:off x="6858000" y="36576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 i="0">
                <a:solidFill>
                  <a:srgbClr val="0070C0"/>
                </a:solidFill>
              </a:rPr>
              <a:t>Rotacionado -20°</a:t>
            </a:r>
          </a:p>
        </p:txBody>
      </p:sp>
      <p:sp>
        <p:nvSpPr>
          <p:cNvPr id="7" name="Rectangle 6"/>
          <p:cNvSpPr/>
          <p:nvPr/>
        </p:nvSpPr>
        <p:spPr>
          <a:xfrm rot="900000">
            <a:off x="8686800" y="4572000"/>
            <a:ext cx="2743200" cy="1097280"/>
          </a:xfrm>
          <a:prstGeom prst="rect">
            <a:avLst/>
          </a:prstGeom>
          <a:solidFill>
            <a:srgbClr val="FFC000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Forma girada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