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ndalone='yes'?>
<Rel%tionships xmlns=&#65533;http:/&#65533;schemas.openxmlformats.org/package/2006/relationships"><Relationship Id="rId1" Type="http://schemas.openxmlformats.org/officeDocum&#65533;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