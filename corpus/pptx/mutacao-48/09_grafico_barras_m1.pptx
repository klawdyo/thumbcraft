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vertTitleAndTx" preserve="1"><p:cSld name="Vertical Title and Text"><p:spTree><p:nvGrpSpPr><p:cNvPr id="1" name=""/><p:cNvGrpSpPr/><p:nvPr/></p:nvGrpSpPr><p:grpSpPr><a:xfrm><a:off x="0" y="0"/><a:ext cx="0" cy="0"/><a:chOff x="0" y="0"/><a:chExt cx="0" cy="0"/></a:xfrm></p:grpSpPr><p:sp><p:nvSpPr><p:cNvPr id="2" name="Vertical Title 1"/><p:cNvSpPr><a:spLocks noGrp="1"/></p:cNvSpPr><p:nvPr><p:ph type="title" orient="vert"/></p:nvPr></p:nvSpPr><p:spPr><a:xfrm><a:off x="6629400" y="274638"/><a:ext cx="2057400" cy="5851525"/></a:xfrm></p:spPr><p:txBody><a:bodyPr vert="eaVert"/><a:lstStyle/><a:p><a:r><a:rPr lang="en-US" smtClean="0"/><a:t>Click to edit Master title style</a:t></a:r><a:endParaRPr lang="en-US"/></a:p></p:txBody></p:sp><p:sp><p:nvSpPr><p:cNvPr id="3" name="Vertical Text Placeholder 2"/><p:cNvSpPr><a:spLocks noGrp="1"/></p:cNvSpPr><p:nvPr><p:ph type="body" orient="vert" idx="1"/></p:nvPr></p:nvSpPr><p:spPr><a:xfrm><a:off x="457200" y="274638"/><a:ext cx="6019800" cy="5851525"/></a:xfrm></p:spPr><p:txBody><a:bodyPr vert="eaVert"/><a:lstStyle/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