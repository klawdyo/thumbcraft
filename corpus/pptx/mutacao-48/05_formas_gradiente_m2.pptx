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'1.0' encoding='UTF-8' standalone='yes'?>
<p:sldLayout xmlns:a="http://schemas.openxmlformats.org/drawingml/2006/main" xmlns:r="http://schemas.openxmlformats.org/officeDocument/2006/relationships" xmlns:p="http://schemas.openxmlformats.org/presentationml/2006/main" type="twoTxTwoObj" preserve="1"><p:cSld name="Comparison"><p:spTree><p:nvGrpSpPr><p:cNvPr id="1" name=""/><p:cNvGrpSpPr/><p:nvPr/></p:nvGrpSpPr><p:grpSpPr><a:xfrm><a:off x="0" y="0"/><a:ext cx="0" cy="0"/><a:chOff x="0" y="0"/><a:chExt cx="0" cy="0"/></a:xfrm></p:grpSpPr><p:sp><p:nvSpPr><p:cNvPr id="2" name="Title 1"/><p:cNvSpPr><a:spLocks noGrp="1"/></p:cNvSpPr><p:nvPr><p:ph type="title"/></p:nvPr></p:nvSpPr><p:spPr/><p:txBody><a:bodyPr/><a:lstStyle><a:lvl1pPr><a:defRPr/></a:lvl1pPr></a:lstStyle><a:p><a:r><a:rPr lang="en-US" smtClean="0"/><a:t>Click to edit Master title style</a:t></a:r><a:endParaRPr lang="en-US"/></a:p></p:txBody></p:sp><p:sp><p:nvSpPr><p:cNvPr id="3" name="Text Placeholder 2"/><p:cNvSpPr><a:spLocks noGrp="1"/></p:cNvSpPr><p:nvPr><p:ph type="body" idx="1"/></p:nvPr></p:nvSpPr><p:spPr><a:xfrm><a:off x="457200" y="1535113"/><a:ext cx="4040188" cy="639762"/></a:xfrm></p:spPr><p:txBody><a:bodyPr anchor="b"/><a:lstStyle><a:lvl1pPr marL="0" indent="0"><a:buNone/><a:defRPr sz="2400" b="1"/></a:lvl1pPr><a:lvl2pPr marL="457200" indent="0"><a:buNone/><a:defRPr sz="2000" b="1"/></a:lvl2pPr><a:lvl3pPr marL="914400" indent="0"><a:buNone/><a:defRPr sz="1800" b="1"/></a:lvl3pPr><a:lvl4pPr marL="1371600" indent="0"><a:buNone/><a:defRPr sz="1600" b="1"/></a:lvl4pPr><a:lvl5pPr marL="1828800" indent="0"><a:buNone/><a:defRPr sz="1600" b="1"/></a:lvl5pPr><a:lvl6pPr marL="2286000" indent="0"><a:buNone/><a:defRPr sz="1600" b="1"/></a:lvl6pPr><a:lvl7pPr marL="2743200" indent="0"><a:buNone/><a:defRPr sz="1600" b="1"/></a:lvl7pPr><a:lvl8pPr marL="3200400" indent="0"><a:buNone/><a:defRPr sz="1600" b="1"/></a:lvl8pPr><a:lvl9pPr marL="3657600" indent="0"><a:buNone/><a:defRPr sz="1600" b="1"/></a:lvl9pPr></a:lstStyle><a:p><a:pPr lvl="0"/><a:r><a:rPr lang="en-US" smtClean="0"/><a:t>Click to edit Master text styles</a:t></a:r></a:p></p:txBody></p:sp><p:sp><p:nvSpPr><p:cNvPr id="4" name="Content Placeholder 3"/><p:cNvSpPr><a:spLocks noGrp="1"/></p:cNvSpPr><p:nvPr><p:ph sz="half" idx="2"/></p:nvPr></p:nvSpPr><p:spPr><a:xfrm><a:off x="457200" y="2174875"/><a:ext cx="4040188" cy="3951288"/></a:xfrm></p:spPr><p:txBody><a:bodyPr/><a:lstStyle><a:lvl1pPr><a:defRPr sz="2400"/></a:lvl1pPr><a:lvl2pPr><a:defRPr sz="2000"/></a:lvl2pPr><a:lvl3pPr><a:defRPr sz="1800"/></a:lvl3pPr><a:lvl4pPr><a:defRPr sz="1600"/></a:lvl4pPr><a:lvl5pPr><a:defRPr sz="1600"/></a:lvl5pPr><a:lvl6pPr><a:defRPr sz="1600"/></a:lvl6pPr><a:lvl7pPr><a:defRPr sz="1600"/></a:lvl7pPr><a:lvl8pPr><a:defRPr sz="1600"/></a:lvl8pPr><a:lvl9pPr><a:defRPr sz="1600"/></a:lvl9pPr></a:lstStyle><a:p><a:pPr lvl="0"/><a:r><a:rPr lang="en-US" smtClean="0"/><a:t>Click to edit Master text styles</a:t></a:r></a:p><a:p><a:pPr lvl="1"/><a:r><a:rPr lang="en-US" smtClean="0"/><a:t>Second level</a:t></a:r></a:p><a:p><a:pPr lvl="2"/><a:r><a:rPr lang="en-US" smtClean="0"/><a:t>Third level</a:t></a:r></a:p><a:p><a:pPr lvl="3"/><a:r><a:rPr lang="en-US" sm:t></a:r></a:p><a:p><a:pPr lvl="4"/><a:r><a:rPr lang="en-US" smtClean="0"/><a:t>Fifth level</a:t></a:r><a:endParaRPr lang="en-US"/></a:p></p:txBody></p:sp><p:sp><p:nvSpPr><p:cNvPr id="5" name="Text Placeholder 4"/><p:cNvSpPr><a:spLocks noGrp="1"/></p:cNvSpPr><p:nvPr><p:ph type="body" sz="quarter" idx="3"/></p:nvPr></p:nvSpPr><p:spPr><a:xfrm><a:off x="4645025" y="1535113"/><a:ext cx="4041775" cy="639762"/></a:xfrm></p:spPr><p:txBody><a:bodyPr anchor="b"/><a:lstStyle><a:lvl1pPr marL="0" indent="0"><a:buNone/><a:defRPr sz="2400" b="1"/></a:lvl1pPr><a:lvl2pPr marL="457200" indent="0"><a:buNone/><a:defRPr sz="2000" b="1"/></a:lvl2pPr><a:lvl3pPr marL="914400" indent="0"><a:buNone/><a:defRPr sz="1800" b="1"/></a:lvl3pPr><a:lvl4pPr marL="1371600" indent="0"><a:buNone/><a:defRPr sz="1600" b="1"/></a:lvl4pPr><a:lvl5pPr marL="1828800" indent="0"><a:buNone/><a:defRPr sz="1600" b="1"/></a:lvl5pPr><a:lvl6pPr marL="2286000" indent="0"><a:buNone/><a:defRPr sz="1600" b="1"/></a:lvl6pPr><a:lvl7pPr marL="2743200" indent="0"><a:buNone/><a:defRPr sz="1600" b="1"/></a:lvl7pPr><a:lvl8pPr marL="3200400" indent="0"><a:buNone/><a:defRPr sz="1600" b="1"/></a:lvl8pPr><a:lvl9pPr marL="3657600" indent="0"><a:buNone/><a:defRPr sz="1600" b="1"/></a:lvl9pPr></a:lstStyle><a:p><a:pPr lvl="0"/><a:r><a:rPr lang="en-US" smtClean="0"/><a:t>Click to edit Master text styles</a:t></a:r></a:p></p:txBody></p:sp><p:sp><p:nvSpPr><p:cNvPr id="6" name="Content Placeholder 5"/><p:cNvSpPr><a:spLocks noGrp="1"/></p:cNvSpPr><p:nvPr><p:ph sz="quarter" idx="4"/></p:nvPr></p:nvSpPr><p:spPr><a:xfrm><a:off x="4645025" y="2174875"/><a:ext cx="4041775" cy="3951288"/></a:xfrm></p:spPr><p:txBody><a:bodyPr/><a:lstStyle><a:lvl1pPr><a:defRPr sz="2400"/></a:lvl1pPr><a:lvl2pPr><a:defRPr sz="2000"/></a:lvl2pPr><a:lvl3pPr><a:defRPr sz="1800"/></a:lvl3pPr><a:lvl4pPr><a:defRPr sz="1600"/></a:lvl4pPr><a:lvl5pPr><a:defRPr sz="1600"/></a:lvl5pPr><a:lvl6pPr><a:defRPr sz="1600"/></a:lvl6pPr><a:lvl7pPr><a:defRPr sz="1600"/></a:lvl7pPr><a:lvl8pPr><a:defRPr sz="1600"/></a:lvl8pPr><a:lvl9pPr><a:defRPr sz="1600"/></a:lvl9pPr></a:lstStyle><a:p><a:pPr lvl="0"/><a:r><a:rPr lang="en-US" smtClean="0"/><a:t>Click to edit Master text styles</a:t></a:r></a:p><a:p><a:pPr lvl="1"/><a:r><a:rPr lang="en-US" smtClean="0"/><a:t>Second level</a:t></a:r></a:p><a:p><a:pPr lvl="2"/><a:r><a:rPr lang="en-US" smtClean="0"/><a:t>Third level</a:t></a:r></a:p><a:p><a:pPr lvl="3"/><a:r><a:rPr lang="en-US" smtClean="0"/><a:t>Fourth level</a:t></a:r></a:p><a:p><a:pPr lvl="4"/><a:r><a:rPr lang="en-US" smtClean="0"/><a:t>Fifth level</a:t></a:r><a:endParaRPr lang="en-US"/></a:p></p:txBody></p:sp><p:sp><p:nvSpPr><p:cNvPr id="7" name="Date Placeholder 6"/><p:cNvSpPr><a:spLocks noGrp="1"/></p:cNvSpPr><p:nvPr><p:ph type="dt" sz="half" idx="10"/></p:nvPr></p:nvSpPr><p:spPr/><p:txBody><a:bodyPr/><a:lstStyle/><a:p><a:fld id="{5BCAD085-E8A6-8845-BD4E-CB4CCA059FC4}" type="datetimeFigureOut"><a:rPr lang="en-US" smtClean="0"/><a:t>1/27/13</a:t></a:fld><a:endParaRPr lang="en-US"/></a:p></p:txBody></p:sp><p:sp><p:nvSpPr><p:cNvPr id="8" name="Footer Placeholder 7"/><p:cNvSpPr><a:spLocks noGrp="1"/></p:cNvSpPr><p:nvPr><p:ph type="ftr" sz="quarter" idx="11"/></p:nvPr></p:nvSpPr><p:spPr/><p:txBody><a:bodyPr/><a:lstStyle/><a:p><a:endParaRPr lang="en-US"/></a:p></p:txBody></p:sp><p:sp><p:nvSpPr><p:cNvPr id="9" name="Slide Number Placeholder 8"/><p:cNvSpPr><a:spLocks noGrp="1"/></p:cNvSpPr><p:nvPr><p:ph type="sldNum" sz="quarter" idx="12"/></p:nvPr></p:nvSpPr><p:spPr/><p:txBody><a:bodyPr/><a:lstStyle/><a:p><a:fld id="{C1FF6DA9-008F-8B48-92A6-B652298478BF}" type="slidenum"><a:rPr lang="en-US" smtClean="0"/><a:t>‹#›</a:t></a:fld><a:endParaRPr lang="en-US"/></a:p></p:txBody></p:sp></p:spTree><p:extLst><p:ext uri="{BB962C8B-B14F-4D97-AF65-F5344CB8AC3E}"><p14:creationId xmlns:p14="http://schemas.microsoft.com/office/powerpoint/2010/main" val="990158736"/></p:ext></p:extLst></p:cSld><p:clrMapOvr><a:masterClrMapping/></p:clrMapOvr>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914400"/>
            <a:ext cx="2651760" cy="2286000"/>
          </a:xfrm>
          <a:prstGeom prst="rect">
            <a:avLst/>
          </a:prstGeom>
          <a:gradFill rotWithShape="1">
            <a:gsLst>
              <a:gs pos="0">
                <a:srgbClr val="FF0000"/>
              </a:gs>
              <a:gs pos="100000">
                <a:srgbClr val="0000FF"/>
              </a:gs>
            </a:gsLst>
            <a:lin scaled="0" ang="0"/>
          </a:gra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383280" y="914400"/>
            <a:ext cx="2651760" cy="2286000"/>
          </a:xfrm>
          <a:prstGeom prst="ellipse">
            <a:avLst/>
          </a:prstGeom>
          <a:gradFill rotWithShape="1">
            <a:gsLst>
              <a:gs pos="0">
                <a:srgbClr val="00B050"/>
              </a:gs>
              <a:gs pos="100000">
                <a:srgbClr val="FFFF00"/>
              </a:gs>
            </a:gsLst>
            <a:lin scaled="0" ang="16200000"/>
          </a:gra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217920" y="914400"/>
            <a:ext cx="2651760" cy="2286000"/>
          </a:xfrm>
          <a:prstGeom prst="rect">
            <a:avLst/>
          </a:prstGeom>
          <a:gradFill rotWithShape="1">
            <a:gsLst>
              <a:gs pos="0">
                <a:srgbClr val="7030A0"/>
              </a:gs>
              <a:gs pos="100000">
                <a:srgbClr val="FFC000"/>
              </a:gs>
            </a:gsLst>
            <a:lin scaled="0" ang="18900000"/>
          </a:gra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052560" y="914400"/>
            <a:ext cx="2651760" cy="2286000"/>
          </a:xfrm>
          <a:prstGeom prst="ellipse">
            <a:avLst/>
          </a:prstGeom>
          <a:gradFill rotWithShape="1">
            <a:gsLst>
              <a:gs pos="0">
                <a:srgbClr val="000000"/>
              </a:gs>
              <a:gs pos="100000">
                <a:srgbClr val="FFFFFF"/>
              </a:gs>
            </a:gsLst>
            <a:lin scaled="0" ang="5400000"/>
          </a:gra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3840480"/>
            <a:ext cx="10972800" cy="1371600"/>
          </a:xfrm>
          <a:prstGeom prst="rect">
            <a:avLst/>
          </a:prstGeom>
          <a:gradFill rotWithShape="1">
            <a:gsLst>
              <a:gs pos="0">
                <a:srgbClr val="FF0000"/>
              </a:gs>
              <a:gs pos="33000">
                <a:srgbClr val="FFFF00"/>
              </a:gs>
              <a:gs pos="66000">
                <a:srgbClr val="00B050"/>
              </a:gs>
              <a:gs pos="100000">
                <a:srgbClr val="0070C0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114800" y="5303520"/>
            <a:ext cx="2743200" cy="1371600"/>
          </a:xfrm>
          <a:prstGeom prst="ellipse">
            <a:avLst/>
          </a:prstGeom>
          <a:gradFill>
            <a:gsLst>
              <a:gs pos="0">
                <a:srgbClr val="FFFFFF"/>
              </a:gs>
              <a:gs pos="100000">
                <a:srgbClr val="1F4E79"/>
              </a:gs>
            </a:gsLst>
            <a:path path="circle">
              <a:fillToRect l="50000" t="50000" r="50000" b="50000"/>
            </a:path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