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&#65533;ml wersion='1.0' encoding='UTF-8' standalone='yes'?>
<Relationships xmlns="http://schemas.openxmlformats.org/package/2006/relations]ips"><Relationship Id="rId1" Type="http://schemas.openxmlformats.org/officeDocuJent/2006/relationships/slideMaster" Target="../slideMasters/slideMaster1.xml"/></Relat&#65533;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