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woTxTwoObj" preserve="1"><p:cSld name="Comparis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><a:lvl1pPr><a:defRPr/></a:lvl1pPr></a:lstStyle><a:p><a:r><a:rPr lang="en-US" smtClean="0"/><a:t>Click to edit Master title style</a:t></a:r><a:endParaRPr lang="en-US"/></a:p></p:txBody></p:sp><p:sp><p:nvSpPr><p:cNvPr id="3" name="Text Placeholder 2"/><p:cNvSpPr><a:spLocks noGrp="1"/></p:cNvSpPr><p:nvPr><p:ph type="body" idx="1"/></p:nvPr></p:nvSpPr><p:spPr><a:xfrm><a:off x="457200" y="1535113"/><a:ext cx="4040188" cy="639762"/></a:xfrm></p:spPr><p:txBody><a:bodyPr anchor="b"/>"><a:buNone/><a:defRPr sz="2400" b="1"/></a:lvl1pPr><a:lvl2pPr marL="457200" indent="0"><a:buNone/><a:defRPr sz="2000" b="1"/></a:lvl2pPr><a:lvl3pPr marL="914400" indent="0"><a:buNone/><a:defRPr sz="1800" b="1"/></a:lvl3pPr><a:lvl4pPr marL="1371600" indent="0"><a:buNone/><a:defRPr sz="1600" b="1"/></a:lvl4pPr><a:lvl5pPr marL="1828800" indent="0"><a:buNone/><a:defRPr sz="1600" b="1"/></a:lvl5pPr><a:lvl6pPr marL="2286000" indent="0"><a:buNone/><a:defRPr sz="1600" b="1"/></a:lvl6pPr><a:lvl7pPr marL="2743200" indent="0"><a:buNone/><a:defRPr sz="1600" b="1"/></a:lvl7pPr><a:lvl8pPr marL="3200400" indent="0"><a:buNone/><a:defRPr sz="1600" b="1"/></a:lvl8pPr><a:lvl9pPr marL="3657600" indent="0"><a:buNone/><a:defRPr sz="1600" b="1"/></a:lvl9pPr></a:lstStyle><a:p><a:pPr lvl="0"/><a:r><a:rPr lang="en-US" smtClean="0"/><a:t>Click to edit Master text styles</a:t></a:r></a:p></p:txBody></p:sp><p:sp><p:nvSpPr><p:cNvPr id="4" name="Content Placeholder 3"/><p:cNvSpPr><a:spLocks noGrp="1"/></p:cNvSpPr><p:nvPr><p:ph sz="half" idx="2"/></p:nvPr></p:nvSpPr><p:spPr><a:xfrm><a:off x="457200" y="2174875"/><a:ext cx="4040188" cy="3951288"/></a:xfrm></p:spPr><p:txBody><a:bodyPr/><a:lstStyle><a:lvl1pPr><a:defRPr sz="2400"/></a:lvl1pPr><a:lvl2pPr><a:defRPr sz="2000"/></a:lvl2pPr><a:lvl3pPr><a:defRPr sz="1800"/></a:lvl3pPr><a:lvl4pPr><a:defRPr sz="1600"/></a:lvl4pPr><a:lvl5pPr><a:defRPr sz="1600"/></a:lvl5pPr><a:lvl6pPr><a:defRPr sz="1600"/></a:lvl6pPr><a:lvl7pPr><a:defRPr sz="1600"/></a:lvl7pPr><a:lvl8pPr><a:defRPr sz="1600"/></a:lvl8pPr><a:lvl9pPr><a:defRPr sz="16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5" name="Text Placeholder 4"/><p:cNvSpPr><a:spLocks noGrp="1"/></p:cNvSpPr><p:nvPr><p:ph type="body" sz="quarter" idx="3"/></p:nvPr></p:nvSpPr><p:spPr><a:xfrm><a:off x="4645025" y="1535113"/><a:ext cx="4041775" cy="639762"/></a:xfrm></p:spPr><p:txBody><a:bodyPr anchor="b"/><a:lstStyle><a:lvl1pPr marL="0" indent="0"><a:buNone/><a:defRPr sz="2400" b="1"/></a:lvl1pPr><a:lvl2pPr marL="457200" indent="0"><a:buNone/><a:defRPr sz="2000" b="1"/></a:lvl2pPr><a:lvl3pPr marL="914400" indent="0"><a:buNone/><a:defRPr sz="1800" b="1"/></a:lvl3pPr><a:lvl4pPr marL="1371600" indent="0"><a:buNone/><a:defRPr sz="1600" b="1"/></a:lvl4pPr><a:lvl5pPr marL="1828800" indent="0"><a:buNone/><a:defRPr sz="1600" b="1"/></a:lvl5pPr><a:lvl6pPr marL="2286000" indent="0"><a:buNone/><a:defRPr sz="1600" b="1"/></a:lvl6pPr><a:lvl7pPr marL="2743200" indent="0"><a:buNone/><a:defRPr sz="1600" b="1"/></a:lvl7pPr><a:lvl8pPr marL="3200400" indent="0"><a:buNone/><a:defRPr sz="1600" b="1"/></a:lvl8pPr><a:lvl9pPr marL="3657600" indent="0"><a:buNone/><a:defRPr sz="1600" b="1"/></a:lvl9pPr></a:lstStyle><a:p><a:pPr lvl="0"/><a:r><a:rPr lang="en-US" smtClean="0"/><a:t>Click to edit Master text styles</a:t></a:r></a:p></p:txBody></p:sp><p:sp><p:nvSpPr><p:cNvPr id="6" name="Content Placeholder 5"/><p:cNvSpPr><a:spLocks noGrp="1"/></p:cNvSpPr><p:nvPr><p:ph sz="quarter" idx="4"/></p:nvPr></p:nvSpPr><p:spPr><a:xfrm><a:off x="4645025" y="2174875"/><a:ext cx="4041775" cy="3951288"/></a:xfrm></p:spPr><p:txBody><a:bodyPr/><a:lstStyle><a:lvl1pPr><a:defRPr sz="2400"/></a:lvl1pPr><a:lvl2pPr><a:defRPr sz="2000"/></a:lvl2pPr><a:lvl3pPr><a:defRPr sz="1800"/></a:lvl3pPr><a:lvl4pPr><a:defRPr sz="1600"/></a:lvl4pPr><a:lvl5pPr><a:defRPr sz="1600"/></a:lvl5pPr><a:lvl6pPr><a:defRPr sz="1600"/></a:lvl6pPr><a:lvl7pPr><a:defRPr sz="1600"/></a:lvl7pPr><a:lvl8pPr><a:defRPr sz="1600"/></a:lvl8pPr><a:lvl9pPr><a:defRPr sz="16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7" name="Date Placeholder 6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8" name="Footer Placeholder 7"/><p:cNvSpPr><a:spLocks noGrp="1"/></p:cNvSpPr><p:nvPr><p:ph type="ftr" sz="quarter" idx="11"/></p:nvPr></p:nvSpPr><p:spPr/><p:txBody><a:bodyPr/><a:lstStyle/><a:p><a:endParaRPr lang="en-US"/></a:p></p:txBody></p:sp><p:sp><p:nvSpPr><p:cNvPr id="9" name="Slide Number Placeholder 8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990158736"/></p:ext></p:extLst></p:cSld><p:clrMapOvr><a:masterClrMapping/></p:clrMapOvr>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