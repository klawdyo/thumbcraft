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personalizad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8" name="Mini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000" y="6200000"/>
            <a:ext cx="900000" cy="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00000" y="150000"/>
            <a:ext cx="1200000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Title 1"/><p:cNvSpPr><a:spLocks noGrp="1"/></p:cNvSpPr><p:nvPr><p:ph type="title"/></p:nvPr></p:nvSpPr><p:spPr/><p:txBody><a:bodyPr/><a:lstStyle/><a:p><a:r><a:t>Sl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