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qd&#65533;ng='&#65533;TF-8' standalone='yes'?>
<Relationships xmlns="http://schemas.openxmlformats.org/pa?kage/2006/relationships"><Relationship Id="rId1" Type="http://schemas.openxmlformats.org/officeDocument/2006/relationships/slideMaster" Target="../slideMasters/slideMaster1.xml"/><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