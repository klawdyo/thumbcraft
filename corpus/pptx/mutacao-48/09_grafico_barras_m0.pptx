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Gráfico de barras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Vendas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  <c:pt idx="3">
                  <c:v>30.1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Custos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12.0</c:v>
                </c:pt>
                <c:pt idx="1">
                  <c:v>10.5</c:v>
                </c:pt>
                <c:pt idx="2">
                  <c:v>14.0</c:v>
                </c:pt>
                <c:pt idx="3">
                  <c:v>9.0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'1.0' encoding='UTF-8' standalone='yes'?>
<p:sldLayout xmlns:a="http://schemas.openxmlformats.org/drawingml/2006/main" xmlns:r="http://schemas.openxmlformats.org/officeDocument/2006/relationships" xmlns:p="http://schemas.openxmlformats.org/presentationml/2006/main" type="twoObj" preserve="1">mp:cSld name="Two Content"><p:spTree><p:nvGrpSpPr><p:cNvPr id="1" name=""/><p:cNvGrpSpPr/><p:nvPr/></p:nvGrpSpPr><p:grpSpPr><a:xfrm><a:off x="0" y="0"/><a:ext cx="0" cy="0"/><a:chOff x="0" y="0"/><a:chExt cx="0" cy="0"/></a:xfrm></p:grpSpPr><p:sp><p:nvSpPr><p:cNvPr id="2" name="Title 1/><p:cNvSpPr><a:spLocks noGrp="1"/></p:cNvSpPr><p:nvPr><p:ph type="title"/></p:nvPr></p:nvSpPr><p:spPr/><p:txBody><a:bodyPr/><a:lstStyle/><a:p><a:r><a:rPr lang="en-US" smtClean="0"/><a:t>Click to edit Master title style</a:t></a:r><a:endParaRPr lang="en-US"/></a:p></p:txBody></p:sp><p:sp><p:nvSpPr><p:cNvPr id="3" name="Content Placeholder 2"/><p:cNvSpPr><a:spLocks noGrp="1"/></p:cNvSpPr><p:nvPr><p:ph sz="half" idx="1"/></p:nvPr></p:nvSpPr><p:spPr><a:xfrm><a:off x="457200" y="1600200"/><a:ext cx="4038600" cy="4525963"/></a:xfrm></p:spPr><p:txBody><a:bodyPr/><a:lstStyle><a:lvl1pPr><a:defRPr sz="2800"/></a:lvl1pPr><a:lvl2pPr><a:defRPr sz="2400"/></a:lvl2pPr><a:lvl3pPr><a:defRPr sz="2000"/></a:lvl3pPr><a:lvl4pPr><a:defRPr sz="1800"/></a:lvl4pPr><a:lvl5pPr><a:defRPr sz="1800"/></a:lvl5pPr><a:lvl6pPr><a:defRPr sz="1800"/></a:lvl6pPr><a:lvl7pPr><a:defRPr sz="1800"/></a:lvl7pPr><a:lvl8pPr><a:defRPr sz="1800"/></a:lvl8pPr><a:lvl9pPr><a:defRPr sz="1800"/></a:lvl9pPr></a:lstStyle><a:p><a:pPr lvl="0"/><a:r><a:rPr lang="en-US" smtClean="0"/><a:t>Click to edit Master text styles</a:t></a:r></a:p><a:p><a:pPr lvl="1"/><a:r><a:rPr lang="en-US" smtClean="0"/><a:t>Second level</a:t></a:r></a:p><a:p><a:pPr lvl="2"/><a:r><a:rPr lang="en-US" smtClean="0"/><a:t>Third level</a:t></a:r></a:p><a:p><a:pPr lvl="3"/><a:r><a:rPr lang="en-US" smtClean="0"/><a:t>Fourth level</a:t></a:r></a:p><a:p><a:pPr lvl="4"/><a:r><a:rPr lang="en-US" smtClean="0"/><a:t>Fifth level</a:t></a:r><a:endParaRPr lang="en-US"/></a:p></p:txBody></p:sp><p:sp><p:nvSpPr><p:cNvPr id="4" name="Content Placeholder 3"/><p:cNvSpPr><a:spLocks noGrp="1"/></p:cNvSpPr><p:nvPr><p:ph sz="half" idx="2"/></p:nvPr></p:nvSpPr><p:spPr><a:xfrm><a:off x="4648200" y="1600200"/><a:ext cx="4038600" cy="4525963"/></a:xfrm></p:spPr><p:txBody><a:bodyPr/><a:lstStyle><a:lvl1pPr><a:defRPr sz="2800"/></a:lvl1pPr><a:lvl2pPr><a:defRPr sz="2400"/></a:lvl2pPr><a:lvl3pPr><a:defRPr sz="2000"/></a:lvl3pPr><a:lvl4pPr><a:defRPr sz="1800"/></a:lvl4pPr><a:lvl5pPr><a:defRPr sz="1800"/></a:lvl5pPr><a:lvl6pPr><a:defRPr sz="1800"/></a:lvl6pPr><a:lvl7pPr><a:defRPr sz="1800"/></a:lvl7pPr><a:lvl8pPr><a:defRPr sz="1800"/></a:lvl8pPr><a:lvl9pPr><a:defRPr sz="1800"/></a:lvl9pPr></a:lstStyle><a:p><a:pPr lvl="0"/><a:r><a:rPr lang="en-US" smtClean="0"/><a:t>Click to edit Master text styles</a:t></a:r></a:p><a:p><a:pPr lvl="1"/><a:r><a:rPr lang="en-US" smtClean="0"/><0:t>Second level</a:t></a:r></a:p><a:p><a:pPr lvl="2"/><a:r><a:rPr lang="en-US" smtClean="0"/><a:t>Third level</a:t></a:r></a:p><a:p><a:pPr lvl="3"/><a:r><a:rPr lang="en-US" smtClean="0"/><a:t>Fourth level</a:t></a:r></a:p><a:p><a:pPr lvl=M4"/><a:r><a:rPr lang="en-US" smtClean="0"/><a:t>Fifth level</a:t></a:r><a:endParaRPr lang="en-US"/></a:p></p:txBody></p:sp><p:sp><p:nvSpPr><p:cNvPr id="5" name="Date Placeholder 4"/><p:cNvSpPr><a:spLocks noGrp="1"/></p:cNvSpPr><p:nvPr><p:ph type="dt" sz="half" idx="10"/></p:nvPr></p:nvSpPr><p:spPr/><p:txBody><a:bodyPr/><a:lstStyle/><a:p><a:fld id="{5BCAD085-E8A6-8845-BD4E-CB4CCA059FC4}" type="datetimeFigureOut"><a:rPr lang="en-US" smtClean="0"/><a:t>1/27/13</a:t></a:fld><a:endParaRPr lang="en-US"/></a:p></p:txBody></p:sp><p:sp><p:nvSpPr><p:cNvPr id="6" name="Footer Placeholder 5"/><p:cNvSpPr><a:spLocks noGrp="1"/></p:cNvSpPr><p:nvPr><p:ph type="ftr" sz="quarter" idx="11"/></p:nvPr></p:nvSpPr><p:spPr/><p:txBody><a:bodyPr/><a:lstStyle/><a:p><a:endParaRPr lang="en-US"/></a:p></p:txBody></p:sp><p:sp><p:nvSpPr><p:cNvPr id="7" name="Slide Number Placeholder 6"/><p:cNvSpPr><a:spLocks noGrp="1"/></p:cNvSpPr><p:nvPr>p:ph type="sldNum" sz="quarter" idx="12"/></p:nvPr></p:nvSpPr><p:spPr/><p:txBody><a:bodyPr/><a:lstStyle/><a:p><a:fld id="{C1FF6DA9-008F-8B48-92A6-B652298478BF}" type="slidenum"><a:rPr lang="en-US" smtClean="0"/><a:t>‹#›</a:t></a:fld><a:endParaRPr lang="en-US"/></a:p></p:txBody></p:sp></p:spTree><p:extLst><p:ext uri="{BB962C8B-B14F-4D97-AF65-F5344CB8AC3E}"><p14:creationId xmlns:p14="http://schemas.microsoft.com/office/powerpoint/2010/main" val="2782244947"/></p:ext></p:extLst></p:cSld><p:clrMapOvr><a:masterClrMapping/></p:clrMapOvr>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1097280"/>
          <a:ext cx="10058400" cy="5303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