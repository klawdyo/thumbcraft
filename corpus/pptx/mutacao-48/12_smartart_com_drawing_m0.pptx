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0000000-0000-0000-0000-000000000001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pt-BR"/>
        </a:p>
      </dgm:t>
    </dgm:pt>
    <dgm:pt modelId="{00000000-0000-0000-0000-000000000100}">
      <dgm:prSet/>
      <dgm:spPr/>
      <dgm:t>
        <a:bodyPr/>
        <a:lstStyle/>
        <a:p>
          <a:r>
            <a:rPr lang="pt-BR"/>
            <a:t>Planejar</a:t>
          </a:r>
        </a:p>
      </dgm:t>
    </dgm:pt>
    <dgm:pt modelId="{00000000-0000-0000-0000-000000000101}">
      <dgm:prSet/>
      <dgm:spPr/>
      <dgm:t>
        <a:bodyPr/>
        <a:lstStyle/>
        <a:p>
          <a:r>
            <a:rPr lang="pt-BR"/>
            <a:t>Executar</a:t>
          </a:r>
        </a:p>
      </dgm:t>
    </dgm:pt>
    <dgm:pt modelId="{00000000-0000-0000-0000-000000000102}">
      <dgm:prSet/>
      <dgm:spPr/>
      <dgm:t>
        <a:bodyPr/>
        <a:lstStyle/>
        <a:p>
          <a:r>
            <a:rPr lang="pt-BR"/>
            <a:t>Avaliar</a:t>
          </a:r>
        </a:p>
      </dgm:t>
    </dgm:pt>
  </dgm:ptLst>
  <dgm:cxnLst>
    <dgm:cxn modelId="{00000000-0000-0000-0000-000000000200}" srcId="{00000000-0000-0000-0000-000000000001}" destId="{00000000-0000-0000-0000-000000000100}" srcOrd="0" destOrd="0"/>
    <dgm:cxn modelId="{00000000-0000-0000-0000-000000000201}" srcId="{00000000-0000-0000-0000-000000000001}" destId="{00000000-0000-0000-0000-000000000101}" srcOrd="1" destOrd="0"/>
    <dgm:cxn modelId="{00000000-0000-0000-0000-000000000202}" srcId="{00000000-0000-0000-0000-000000000001}" destId="{00000000-0000-0000-0000-000000000102}" srcOrd="2" destOrd="0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0000000-0000-0000-0000-000000000300}">
      <dsp:nvSpPr>
        <dsp:cNvPr id="0" name=""/>
        <dsp:cNvSpPr/>
      </dsp:nvSpPr>
      <dsp:spPr>
        <a:xfrm>
          <a:off x="100000" y="1000000"/>
          <a:ext cx="3400000" cy="2040000"/>
        </a:xfrm>
        <a:prstGeom prst="rect">
          <a:avLst/>
        </a:prstGeom>
        <a:solidFill>
          <a:srgbClr val="4472C4"/>
        </a:solidFill>
        <a:ln w="12700">
          <a:solidFill>
            <a:srgbClr val="FFFFFF"/>
          </a:solidFill>
        </a:ln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anchor="ctr"/>
        <a:lstStyle/>
        <a:p>
          <a:pPr algn="ctr"/>
          <a:r>
            <a:rPr lang="pt-BR" sz="3200">
              <a:solidFill>
                <a:srgbClr val="FFFFFF"/>
              </a:solidFill>
            </a:rPr>
            <a:t>Planejar</a:t>
          </a:r>
        </a:p>
      </dsp:txBody>
      <dsp:txXfrm>
        <a:off x="100000" y="1000000"/>
        <a:ext cx="3400000" cy="2040000"/>
      </dsp:txXfrm>
    </dsp:sp>
    <dsp:sp modelId="{00000000-0000-0000-0000-000000000301}">
      <dsp:nvSpPr>
        <dsp:cNvPr id="0" name=""/>
        <dsp:cNvSpPr/>
      </dsp:nvSpPr>
      <dsp:spPr>
        <a:xfrm>
          <a:off x="3700000" y="1000000"/>
          <a:ext cx="3400000" cy="2040000"/>
        </a:xfrm>
        <a:prstGeom prst="rect">
          <a:avLst/>
        </a:prstGeom>
        <a:solidFill>
          <a:srgbClr val="ED7D31"/>
        </a:solidFill>
        <a:ln w="12700">
          <a:solidFill>
            <a:srgbClr val="FFFFFF"/>
          </a:solidFill>
        </a:ln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anchor="ctr"/>
        <a:lstStyle/>
        <a:p>
          <a:pPr algn="ctr"/>
          <a:r>
            <a:rPr lang="pt-BR" sz="3200">
              <a:solidFill>
                <a:srgbClr val="FFFFFF"/>
              </a:solidFill>
            </a:rPr>
            <a:t>Executar</a:t>
          </a:r>
        </a:p>
      </dsp:txBody>
      <dsp:txXfrm>
        <a:off x="3700000" y="1000000"/>
        <a:ext cx="3400000" cy="2040000"/>
      </dsp:txXfrm>
    </dsp:sp>
    <dsp:sp modelId="{00000000-0000-0000-0000-000000000302}">
      <dsp:nvSpPr>
        <dsp:cNvPr id="0" name=""/>
        <dsp:cNvSpPr/>
      </dsp:nvSpPr>
      <dsp:spPr>
        <a:xfrm>
          <a:off x="7300000" y="1000000"/>
          <a:ext cx="3400000" cy="2040000"/>
        </a:xfrm>
        <a:prstGeom prst="rect">
          <a:avLst/>
        </a:prstGeom>
        <a:solidFill>
          <a:srgbClr val="70AD47"/>
        </a:solidFill>
        <a:ln w="12700">
          <a:solidFill>
            <a:srgbClr val="FFFFFF"/>
          </a:solidFill>
        </a:ln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anchor="ctr"/>
        <a:lstStyle/>
        <a:p>
          <a:pPr algn="ctr"/>
          <a:r>
            <a:rPr lang="pt-BR" sz="3200">
              <a:solidFill>
                <a:srgbClr val="FFFFFF"/>
              </a:solidFill>
            </a:rPr>
            <a:t>Avaliar</a:t>
          </a:r>
        </a:p>
      </dsp:txBody>
      <dsp:txXfrm>
        <a:off x="7300000" y="1000000"/>
        <a:ext cx="3400000" cy="204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layoutNode name="diagram">
    <dgm:varLst>
      <dgm:dir/>
      <dgm:resizeHandles val="exact"/>
    </dgm:varLst>
    <dgm:alg type="snake">
      <dgm:param type="grDir" val="tL"/>
      <dgm:param type="flowDir" val="row"/>
      <dgm:param type="contDir" val="sameDir"/>
      <dgm:param type="off" val="ctr"/>
    </dgm:alg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primFontSz" for="ch" forName="node" op="equ" val="65"/>
    </dgm:constrLst>
    <dgm:ruleLst/>
    <dgm:forEach name="Name0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1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\?>
<Relationships xmlns="http://schemas.openxmlformats.org/package/2006/relationships"><Relationship Id="rId1" Type="http://schemas.openx`lformats.org/officeDocument/2006/relationships/slideMaster" Target="../slideMasters/slide1aster&#65533;. 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diagramData" Target="../diagrams/data1.xml"/><Relationship Id="rId3" Type="http://schemas.openxmlformats.org/officeDocument/2006/relationships/diagramLayout" Target="../diagrams/layout1.xml"/><Relationship Id="rId4" Type="http://schemas.openxmlformats.org/officeDocument/2006/relationships/diagramQuickStyle" Target="../diagrams/quickStyle1.xml"/><Relationship Id="rId5" Type="http://schemas.openxmlformats.org/officeDocument/2006/relationships/diagramColors" Target="../diagrams/colors1.xml"/><Relationship Id="rId6" Type="http://schemas.microsoft.com/office/2007/relationships/diagramDrawing" Target="../diagrams/drawing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/>
              <a:t>SmartArt (lista básica de blocos)</a:t>
            </a:r>
          </a:p>
        </p:txBody>
      </p:sp>
      <p:graphicFrame>
        <p:nvGraphicFramePr>
          <p:cNvPr id="50" name="Diagrama 1"/>
          <p:cNvGraphicFramePr/>
          <p:nvPr/>
        </p:nvGraphicFramePr>
        <p:xfrm>
          <a:off x="838200" y="1600200"/>
          <a:ext cx="10515600" cy="3800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