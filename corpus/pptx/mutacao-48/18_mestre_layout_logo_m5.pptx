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picTx" preserve="1"><p:cSld name="Picture with Caption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><a:xfrm><a:off x="1792288" y="4800600"/><a:ext cx="5486400" cy="566738"/></a:xfrm></p:spPr><p:txBody><a:bodyPr anchor="b"/><a:lstStyle><a:lvl1pPr algn="l"><a:defRPr sz="2000" b="1"/></a:lvl1pPr></a:lstStyle><a:p><a:r><a:rPr lang="en-US" smtClean="0"/><a:t>Click to edit Master title style</a:t></a:r><a:endParaRPr lang="en-US"/></a:p></p:txBody></p:sp><p:sp><p:nvSpPr><p:cNvPr id="3" name="Picture Placeholder 2"/><p:cNvSpPr><a:spLocks noGrp="1"/></p:cNvSpPr><p:nvPr><p:ph type="pic" idx="1"/></p:nvPr></p:nvSpPr><p:spPr><a:xfrm><a:off x="1792288" y="612775"/><a:ext cx="5486400" cy="4114800"/></a:xfrm></p:spPr><p:txBody><a:bodyPr/><a:lstStyle><a:lvl1pPr marL="0" indent="0"><a:buNone/><a:defRPr sz="3200"/></a:lvl1pPr><a:lvl2pPr marL="457200" indent="0"><a:buNone/><a:defRPr sz="2800"/></a:lvl2pPr><a:lvl3pPr marL="914400" indent="0"><a:buNone/><a:defRPr sz="2400"/></a:lvl3pPr><a:lvl4pPr marL="1371600" indent="0"><a:buNone/><a:defRPr sz="2000"/></a:lvl4pPr><a:lvl5pPr marL="1828800" indent="0"><a:buNone/><a:defRPr sz="2000"/></a:lvl5pPr><a:lvl6pPr marL="2286000" indent="0"><a:buNone/><a:defRPr sz="2000"/></a:lvl6pPr><a:lvl7pPr marL="2743200" indent="0"><a:buNone/><a:defRPr sz="2000"/></a:lvl7pPr><a:lvl8pPr marL="3200400" indent="0"><a:buNone/><a:defRPr sz="2000"/></a:lvl8pPr><a:lvl9pPr marL="3657600" indent="0"><a:buNone/><a:defRPr sz="2000"/></a:lvl9pPr></a:lstStyle><a:p><a:endParaRPr lang="en-US"/></a:p></p:txBody></p:sp><p:sp><p:nvSpPr><p:cNvPr id="4" name="Text Placeholder 3"/><p:cNvSpPr><a:spLocks noGrp="1"/></p:cNvSpPr><p:nvPr><p:ph type="body" sz="half" idx="2"/></p:nvPr></p:nvSpPr><p:spPr><a:xfrm><a:off x="1792288" y="5367338"/><a:ext cx="5486400" cy="804862"/></a:xfrm></p:spPr><p:txBody><a:bodyPr/><a:lstStyle><a:lvl1pPr marL="0" indent="0"><a:buNone/><a:defRPr sz="1400"/></a:lvl1pPr><a:lvl2pPr marL="457200" indent="0"><a:buNone/><a:defRPr sz="1200"/></a:lvl2pPr><a:lvl3pPr marL="914400" indent="0"><a:buNone/><a:defRPr sz="1000"/></a:lvl3pPr><a:lvl4pPr marL="1371600" indent="0"><a:buNone/><a:defRPr sz="900"/></a:lvl4pPr><a:lvl5pPr marL="1828800" indent="0"><a:buNone/><a:defRPr sz="900"/></a:lvl5pPr><a:lvl6pPr marL="2286000" indent="0"><a:buNone/><a:defRPr sz="900"/></a:lvl6pPr><a:lvl7pPr marL="2743200" indent="0"><a:buNone/><a:defRPr sz="900"/></a:lvl7pPr><a:lvl8pPr marL="3200400" indent="0"><a:buNone/><a:defRPr sz="900"/></a:lvl8pPr><a:lvl9pPr marL="3657600" indent="0"><a:buNone/><a:defRPr sz="900"/></a:lvl9pPr></a:lstStyle><a:p><a:pPr lvl="0"/><a:r><a:rPr lang="en-US" smtClean="0"/><a:t>Click to edit Master text styles</a:t></a:r></a:p></p:txBody></p:sp><p:sp><p:nvSpPr><p:cNvPr id="5" name="Date Placeholder 4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com mestre e logotipo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logotipo vem do slide mestre, a miniatura do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