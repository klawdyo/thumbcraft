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&#65533;8&#65533; standalone='yes'?>
<Relationships xmlns="http://schemas.openxmlformats.org/package/2006/relationships/><Relationship Id="Id1" Type="http://schemas.openxmlformats.org/officeDocument/2006/relationships/slideMaster" Target="../slideMasters/slideMaster1.xml"/></&#65533;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yout personalizad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8" name="Mini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0000" y="6200000"/>
            <a:ext cx="900000" cy="5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9" name="Logo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800000" y="150000"/>
            <a:ext cx="1200000" cy="4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com mestre e logotipo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logotipo vem do slide mestre, a miniatura do layout.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