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Gráfico de barras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30.1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12.0</c:v>
                </c:pt>
                <c:pt idx="1">
                  <c:v>10.5</c:v>
                </c:pt>
                <c:pt idx="2">
                  <c:v>14.0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99999999999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-9999999999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109728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