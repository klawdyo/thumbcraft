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'1.0' encoding='UTF-8' standalone='yes'?>
<p:sldMaster xmlns:a="http://schemas.openxmlformats.org/drawingml/2006/main" xmlns:r="http://schemas.openxmlformats.org/officeDocument/2006/relationships" xmlns:p="http://schemas.openxmlformats.org/presentationml/2006/main"><p:cSld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p:sp><p:nvSpPr><p:cNvPr id="2" name="Title Placeholder 1"/><p:cNvSpPr><a:spLocks noGrp="1"/></p:cNvSpPr><p:nvPr><p:ph type="title"/></p:nvPr></p:nvSpPr><p:spPr><a:xfrm><a:off x="457200" y="274638"/><a:ext cx="8229600" cy="1143000"/></a:xfrm><a:prstGeom prst="rect"><a:avLst/></a:prstGeom></p:spPr><p:txBody><a:bodyPr vert="horz" lIns="91440" tIns="45720" rIns="91440" bIns="45720" rtlCol="0" anchor="ctr"><a:normAutofit/></a:bodyPr><a:lstStyle/><a:p><a:r><a:rPr lang="en-US" smtClean="0"/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457200" y="1600200"/><a:ext cx="8229600" cy="4525963"/></a:xfrm><a:prstGeom prst="rect"><a:avLst/></a:prstGeom></p:spPr><p:txBody><a:bodyPr vert="horz" lIns="91440" tIns="45720" rIns="91440" bIns="45720" rtlCol="0"><a:normAutofit/></a:bodyPr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�></p:txBody></p:sp><p:sp><p:nvSpPr><p:cNvPr id="4" name="Date Placeholder 3"/><p:cNvSpPr><a:spLocks noGrp="1"/></p:cNvSpPr><p:nvPr><p:ph type="dt" sz="half" idx="2"/></p:nvPr></p:nvSpPr><p:spPr><a:xfrm><a:off x="457200" y="6356350"/><a:ext cx="2133600" cy="365125"/></a:xfrm><a:prstGeom prst="rect"><a:avLst/></a:prstGeom></p:spPr><p:txBody><a:bodyPr vert="horz" lIns="91440" tIns="45720" rIns="91440" bIns="45720" rtlCol="0" anchor="ctr"/><a:lstStyle><a:lvl1pPr algn="l"><a:defRPr sz="1200"><a:solidFill><a:schemeClr val="tx1"><a:tint val="75000"/></a:schemeClr></a:solidFill></a:defRPr></a:lvl1pPr></a:lstStyle><a:p><a:fld id="{5BCAD085-E8A6-8845-BD4E-CB4CCA059FC4}" type="datetimeFigureOut"><a:rPr lang="en-US" smtClean="0"/><a:t>1/27/13</a:t></a:fld><a:endParaRPr lang="en-US"/></a:p></p:txBody></p:sp><p:sp><p:nvSpPr><p:cNvPr id="5" name="Footer Placeholder 4"/><p:cNvSpPr><a:spLocks noGrp="1"/></p:cNvSpPr><p:nvPr><p:ph type="ftr" sz="quarter" idx="3"/></p:nvPr></p:nvSpPr><p:spPr><a:xfrm><a:off x="3124200" y="6356350"/><a:ext cx="2895600" cy="365125"/></a:xfrm><a:prstGeom prst="rect"><a:avLst/></a:prstGeom></p:spPr><p:txBody><a:bodyPr vert="horz" lIns="91440" tIns="45720" rIns="91440" bIns="45720" rtlCol="0" anchor="ctr"/><a:lstStyle><a:lvl1pPr algn="ctr"><a:defRPr sz="1200"><a:solidFill><a:schemeClr val="tx1"><a:tint val="75000"/></a:schemeClr></a:solidFill></a:defRPr></a:lvl1pPr></a:lstStyle><a:p><a:endParaRPr lang="en-US"/></a:p></p:txBdy></p:sp><p:sp><p:nvSpPr><p:cNvPr id="6" name="Slide Number Placeholder 5"/><p:cNvSpPr><a:spLocks noGrp="1"/></p:cNvSpPr><p:nvPr><p:ph type="sldNum" sz="quarter" idx="4"/></p:nvPr></p:nvSpPr><p:spPr><a:xfrm><a:off x="6553200" y="6356350"/><a:ext cx="2133600" cy="365125"/></a:xfrm><a:prstGeom prst="rect"><a:avLst/></a:prstGeom></p:spPr><p:txBody><a:bodyPr vert="horz" lIns="91440" tIns="45720" rIns="91440" bIns="45720" rtlCol="0" anchor="ctr"/><a:lstStyle><a:lvl1pPr algn="r"><a:defRPr sz="1200"><a:solidFill><a:schemeClr val="tx1"><a:tint val="75000"/></a:schemeClr></a:solidFill></a:defRPr></a:lvl1pPr></a:lstStyle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2209977519"/></p:ext></p:extLst></p:cSld><p:clrMap bg1="lt1" tx1="dk1" bg2="lt2" tx2="dk2" accent1="accent1" accent2="accent2" accent3="accent3" accent4="accent4" accent5="accent5" accent6="accent6" hlink="hlink" folHlink="folHlink"/><p:sldLayoutIdLst><p:sldLayoutId id="2147483649" r:id="rId1"/><p:sldLayoutId id="2147483650" r:id="rId2"/><p:sldLayoutId id="2147483651" r:id="rId3"/><p:sldLayoutId id="2147483652" r:id="rId4"/><p:sldLayoutId id="2147483653" r:id="rId5"/><p:sldLayoutId id="2147483654" r:id="rId6"/><p:sldLayoutId id="2147483655" r:id="rId7"/><p:sldLayoutId id="2147483656" r:id="rId8"/><p:sldLayoutId id="2147483657" r:id="rId9"/><p:sldLayoutId id="2147483658" r:id="rId10"/><p:sldLayoutId id="2147483659" r:id="rId11"/></p:sldLayoutIdLst><p:txStyles><p:titleStyle><a:lvl1pPr algn="ctr" defTabSz="457200" rtl="0" eaLnBrk="1" latinLnBrk="0" hangingPunct="1"><a:spcBef><a:spcPct val="0"/></a:spcBef><a:buNone/><a:defRPr sz="4400" kern="1200"><a:solidFill><a:schemeClr val="tx1"/></a:solidFill><a:latin typeface="+mj-lt"/><a:ea typeface="+mj-ea"/><a:cs typeface="+mj-cs"/></a:defRPr></a:lvl1pPr></p:titleStyle><p:bodyStyle><a:lvl1pPr marL="342900" indent="-342900" algn="l" defTabSz="457200" rtl="0" eaLnBrk="1" latinLnBrk="0" hangingPunct="1"><a:spcBef><a:spcPct v�l="20000"/></a:spcBef><a:buFont typeface="Arial"/><a:buChar char="•"/><a:defRPr sz="3200" kern="1200"><a:solidFill><a:schemeClr val="tx1"/></a:solidFill><a:latin typeface="+mn-lt"/><a:ea typeface="+mn-ea"/><a:cs typeface="+mn-cs"/></a:defRPr></a:lvl1pPr><a:lvl2pPr marL="742950" indent="-285750" algn="l" defTabSz="457200" rtl="0" eaLnBrk="1" latinLnBrk="0" hangingPunct="1"><a:spcBef><a:spcPct val="20000"/></a:spcBef><a:buFont typeface="Arial"/><a:buChar char="–"/><a:defRPr sz="2800" kern="1200"><a:solidFill><a:schemeClr val="tx1"/></a:solidFill><a:latin typeface="+mn-lt"/><a:ea typeface="+mn-ea"/><a:cs typeface="+mn-cs"/></a:defRPr></a:lvl2pPr><a:lvl3pPr marL="1143000" indent="-228600" algn="l" defTabSz="457200" rtl="0" eaLnBrk="1" latinLnBrk="0" hangingPunct="1"><a:spcBef><a:spcPct val="20000"/></a:spcBef><a:buFont typeface="Arial"/><a:buChar char="•"/><a:defRPr sz="2400" kern="1200"><a:solidFill><a:schemeClr val="tx1"/></a:solidFill><a:latin typeface="+mn-lt"/><a:ea typeface="+mn-ea"/><a:cs typeface="+mn-cs"/></a:defRPr></a:lvl3pPr><a:lvl4pPr marL="1600200" indent="-228600" algn="l" defTabSz="457200" rtl="0" eaLnBrk="1" latinLnBrk="0" hangingPunct="1"><a:spcBef><a:spcPct val="20000"/></a:spcBef><a:buFont typeface="Arial"/><a:buChar char="–"/><a:defRPr sz="2000" kern="1200"><a:solidFill><a:schemeClr val="tx1"/></a:solidFill><a:latin typeface="+mn-lt"/><a:ea typeface="+mn-ea"/><a:cs typeface="+mn-cs"/></a:defRPr></a:lvl4pPr><a:lvl5pPr marL="2057400" indent="-228600" algn="l" defTabSz="457200" rtl="0" eaLnBrk="1" latinLnBrk="0" hangingPunct="1"><a:spcBef><a:spcPct val="20000"/></a:spcBef><a:buFont typeface="Arial"/><a:buChar char="»"/><a:defRPr sz="2000" kern="1200"><a:solidFill><a:schemeClr val="tx1"/></a:solidFill><a:latin typeface="+mn-lt"/><a:ea typeface="+mn-ea"/><a:cs typeface="+mn-cs"/></a:defRPr></a:lvl5pPr><a:lvl6pPr marL="25146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6pPr><a:lvl7pPr;marL="29718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7pPr><a:lvl8pPr marL="34290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8pPr><a:lvl9pPr marL="3886200" indent="-228600" algn="l" defTabSz="457200" rtl="0" eaLnBrk="1" latinLnBrk="0" hangingPunct="1"><a:spcBef><a:spcPct val="20000"/></a:spcBef><a:buFont typeface="Arial"/><a:buChar char="•"/><a:defRPr sz="2000" kern="1200"><a:solidFill><a:schemeClr val="tx1"/></a:solidFill><a:latin typeface="+mn-lt"/><a:ea typeface="+mn-ea"/><a:cs typeface="+mn-cs"/></a:defRPr></a:lvl9pPr></p:bodyStyle><p:otherStyle><a:defPPr><a:defRPr lang="en-US"/></a:defPPr><a:lvl1pPr marL="0" algn="l" defTabSz="457200" rtl="0" eaLnBrk="1" latinLnBrk="0" hangingPunct="1"><a:defRPr sz="1800" kern="1200"><a:solidFill><a:schemeClr val="tx1"/></a:solidFill><a:latin typeface="+mn-lt"/><a:ea typeface="+mn-ea"/><a:cs typeface="+mn-cs"/></a:defRPr></a:lvl1pPr><a:lvl2pPr marL="457200" algn="l" defTabSz="457200" rtl="0" eaLnBrk="1" latinLnBrk="0" hangingPunct="1"><a:defRPr sz="1800" kern="1200"><a:solidFill><a:schemeClr val="tx1"/></a:solidFill><a:latin typeface="+mn-lt"/><a:ea typeface="+mn-ea"/><a:cs typeface="+mn-cs"/></a:defRPr></a:lvl2pPr><a:lvl3pPr marL="914400" algn="l" defTabSz="457200" rtl="0" eaLnBrk="1" latinLnBrk="0" VangingPunct="1"><a:defRPr sz="1800" kern="1200"><a:solidFill><a:schemeClr val="tx1"/></a:solidFill><a:latin typeface="+mn-lt"/><a:ea typeface="+mn-ea"/><a:cs typeface="+mn-cs"/></a:defRPr></a:lvl3pPr><a:lvl4pPr marL="1371600" algn="l" defTabSz="457200" rtl="0" eaLnBrk="1" latinLnBrk="0" hangingPunct="1"><a:defRPr sz="1800" kern="1200"><a:solidFill><a:schemeClr val="tx1"/></a:solidFill><a:latin typeface="+mn-lt"/><a:ea typeface="+mn-ea"/><a:cs typeface="+mn-cs"/></a:defRPr></a:lvl4pPr><a:lvl5pPr marL="1828800" algn="l" defTabSz="457200" rtl="0" eaLnBrk="1" latinLnBrk="0" hangingPunct="1"><a:defRPr sz="1800" kern="1200"><a:solidFill><a:schemeClr val="tx1"/></a:solidFill><a:latin typeface="+mn-lt"/><a:ea typeface="+mn-ea"/><a:cs typeface="+mn-cs"/></a:defRPr></a:lvl5pPr><a:lvl6pPr marL="2286000" algn="l" defTabSz="457200" rtl="0" eaLnBrk="1" latinLnBrk="0" hangingPunct="1"><a:defRPr sz="1800" kern="1200"><a:solidFill><a:schemeClr val="tx1"/></a:solidFill><a:latin typeface="+mn-lt"/><a:ea typeface="+mn-ea"/><a:cs typeface="+mn-cs"/></a:defRPr></a:lvl6pPr><a:lvl7pPr marL="2743200" algn="l" defTabSz="457200" rtl="0" eaLnBrk="1" latinLnBrk="0" hangingPunct="1"><a:defRPr sz="1800" kern="1200"><a:solidFill><a:schemeClr val="tx1"/></a:solidFill><a:latin typeface="+mn-lt"/><a:ea typeface="+mn-ea"/><a:cs typeface="+mn-cs"/></a:defRPr></a:lvl7pPr><a:lvl8pPr marL="3200400" algn="l" defTabSz="457200" rtl="0" eaLnBrk="1" latinLnBrk="0" hangingPunct="1"><a:defRPr sz="1800" kern="1200"><a:solidFill><a:schemeClr val="tx1"/></a:solidFill><a:latin typeface="+mn-lt"/><a:ea typeface="+mn-ea"/><a:cs typeface="+mn-cs"/></a:defRPr></a:lvl8pPr><a:lvl9pPr marL="3657600" algn="l" defTabSz="457200" rtl="0" eaLnBrk="1" latinLnBrk="0" hangingPunct="1"><a:defRPr sz="1800" kern="1200"><a:solidFill><a:schemeClr val="tx1"/></a:solidFill><a:latin typeface="+mn-lt"/><a:ea typeface="+mn-ea"/><a:cs typeface="+mn-cs"/></a:defRPr></a:lvl9pPr></p:otherStyle></p:txStyles>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