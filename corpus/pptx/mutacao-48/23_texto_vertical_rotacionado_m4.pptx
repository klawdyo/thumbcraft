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&#65533;one='yes'?>
<Re>ationships xmlns="http://schemas.openxmlformats.org/package/2006/relationships"><Relationship Id="rId1" Type="http://schemas.openxmlformats.org/officeDocument/2006/relationships/&#65533;lid&#65533;Mast&#65533;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645920" cy="4572000"/>
          </a:xfrm>
          <a:prstGeom prst="rect">
            <a:avLst/>
          </a:prstGeom>
          <a:noFill/>
        </p:spPr>
        <p:txBody>
          <a:bodyPr wrap="square" vert="vert">
            <a:spAutoFit/>
          </a:bodyPr>
          <a:lstStyle/>
          <a:p>
            <a:r>
              <a:rPr sz="2400" b="0" i="0"/>
              <a:t>Texto vertical vert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731520"/>
            <a:ext cx="1645920" cy="4572000"/>
          </a:xfrm>
          <a:prstGeom prst="rect">
            <a:avLst/>
          </a:prstGeom>
          <a:noFill/>
        </p:spPr>
        <p:txBody>
          <a:bodyPr wrap="square" vert="eaVert">
            <a:spAutoFit/>
          </a:bodyPr>
          <a:lstStyle/>
          <a:p>
            <a:r>
              <a:rPr sz="2400" b="0" i="0"/>
              <a:t>Texto vertical eaVert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731520"/>
            <a:ext cx="1645920" cy="4572000"/>
          </a:xfrm>
          <a:prstGeom prst="rect">
            <a:avLst/>
          </a:prstGeom>
          <a:noFill/>
        </p:spPr>
        <p:txBody>
          <a:bodyPr wrap="square" vert="vert270">
            <a:spAutoFit/>
          </a:bodyPr>
          <a:lstStyle/>
          <a:p>
            <a:r>
              <a:rPr sz="2400" b="0" i="0"/>
              <a:t>Texto vertical vert270 ação</a:t>
            </a:r>
          </a:p>
        </p:txBody>
      </p:sp>
      <p:sp>
        <p:nvSpPr>
          <p:cNvPr id="5" name="TextBox 4"/>
          <p:cNvSpPr txBox="1"/>
          <p:nvPr/>
        </p:nvSpPr>
        <p:spPr>
          <a:xfrm rot="1800000">
            <a:off x="6858000" y="914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00000"/>
                </a:solidFill>
              </a:rPr>
              <a:t>Rotacionado 30°</a:t>
            </a:r>
          </a:p>
        </p:txBody>
      </p:sp>
      <p:sp>
        <p:nvSpPr>
          <p:cNvPr id="6" name="TextBox 5"/>
          <p:cNvSpPr txBox="1"/>
          <p:nvPr/>
        </p:nvSpPr>
        <p:spPr>
          <a:xfrm rot="20400000">
            <a:off x="68580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0070C0"/>
                </a:solidFill>
              </a:rPr>
              <a:t>Rotacionado -20°</a:t>
            </a:r>
          </a:p>
        </p:txBody>
      </p:sp>
      <p:sp>
        <p:nvSpPr>
          <p:cNvPr id="7" name="Rectangle 6"/>
          <p:cNvSpPr/>
          <p:nvPr/>
        </p:nvSpPr>
        <p:spPr>
          <a:xfrm rot="900000">
            <a:off x="8686800" y="4572000"/>
            <a:ext cx="2743200" cy="1097280"/>
          </a:xfrm>
          <a:prstGeom prst="rect">
            <a:avLst/>
          </a:prstGeom>
          <a:solidFill>
            <a:srgbClr val="FFC000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Forma girada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