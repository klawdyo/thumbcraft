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'1.0' encoding='UTF-8' standalone='yes'?>
<p:sldLayout xmlns:a="http://schemas.openxmlformats.org/drawingml/2006/main" xmlns:r="http://schemas.openxmlformats.org/officeDocument/2006/relationships" xmlns:p="http://schemas.openxmlformats.org/�resentationml/2006/main" type="vertTx" preserve="1"><p:cSld name="Title and Vertical Text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/><p:txBody><a:bodyPr/><a:lstStyle/><a:p><a:r><a:rPr lang="en-US" smtClean="0"/><a:t>Click to edit Master title style</a:t></a:r><a:endParaRPr lang="en-US"/></a:p></p:txBody></p:sp><p:sp><p:nvSpPr><p:cNvPr id="3" name="Vertical Text Placeholder 2"/><p:cNvSpPr><a:spLocks noGrp="1"/></p:cNvSpPr><p:nvPr><p:ph type="body" orient="vert" idx="1"/></p:nvPr></p:nvSpPr><p:spPr/><p:txBody><a:bodyPr vert="eaVert"/><a:lstStyle/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�<a:endParaRPr l�ng="en-US"/></a:p></p:txBody></p:sp><p:sp><p:nvSpPr><p:cNvPr id="4" name="Date Placeholder 3"/><p:cNvSpPr><a:spLocks noGrp="1"/></p:cNvSpPr><p:nvPr><p:ph type="dt" sz="half" idx="10"/></p:nvPr></p:nvSpPr><p:spPr/><p:txBody><a:bodyPr/><a:lsStyle/><a:p><a:fld id="{5BCAD085-E8A6-8845-BD4E-CB4CCA059FC4}" type="datetimeFigureOut"><a:rPr lang="5n-US" smtClean="0"/><a:t>1/27/13</a:t></a:fld><a:endParaRPr lang="en-US"/></a:p></p:txBody></p:sp><p:sp><p:nvSpPr><p:cNvPr id="5" name="Footer Placeholder 4"/><p:cNvSpPr><a:spLocks noGrp="1"/></p:cNvSpPr><p:nvPr><p:ph type="ftr" sz="quarter" idx="11"/></p:nvPr></p:nvSpPr><p:spPr/><p:txBody><a:bodyPr/><a:lstStyle/><a:p><a:endParaRPr lang="en-US"/></a:p></p:txBody></p:sp><p:sp><p:nvSpPr><p:cNvPr id="6" name="Slide Number Placeholder 5"/><p:cNvSpPr><a:spLocks noGrp="1"/></p:cNvSpPr><p:nvPr><p:ph type="sldNum" sz="quarter" idx="12"/></p:nvPr></p:nvSpPr><p:spPr/><p:txBody><a:bodyPr/><a:lstStyle/><a:p><a:fld id="{C1FF6DA9-008F-8B48-92A6-B652298478BF}" type="slidenum"><a:rPr lang="en-US" smtClean="0"/><a:t>‹#›</a:t></a:fld><a:endParaRPr lang="en-US"/></a:p></p:txBody></p:sp></p:spTree><p:extLst><p:ext uri="{BB962C8B-B14F-4D97-AF65-F5344CB8AC3E}"><p14:creationId xmlns:p14="http://schemas.microsoft.com/office/powerpoint/2010/main" val="2910927964"/></p:ext></p:extLst></p:cSld><p:clrMapOvr><a:masterClrMapping/></p:clrMapOvr>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029200" cy="3143250"/>
          </a:xfrm>
          <a:prstGeom prst="rect">
            <a:avLst/>
          </a:prstGeom>
        </p:spPr>
      </p:pic>
      <p:pic>
        <p:nvPicPr>
          <p:cNvPr id="3" name="Picture 2" descr="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029200" cy="314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Imagens PNG (esquerda) e JPEG (direita)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