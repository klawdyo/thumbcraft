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itle" preserve="1"><p:cSld name="Title Slide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ctrTitle"/></p:nvPr></p:nvSpPr><p:spPr><a:xfrm><a:off x="685800" y="2130425"/><a:ext cx="7772400" cy="1470025"/></a:xfrm></p:spPr><p:txBody><a:bodyPr/><a:lstStyle/><a:p><a:r><a:rPr lang="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