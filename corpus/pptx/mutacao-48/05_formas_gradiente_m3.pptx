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99999999999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-9999999999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100000">
                <a:srgbClr val="0000FF"/>
              </a:gs>
            </a:gsLst>
            <a:lin scaled="0" ang="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38328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B050"/>
              </a:gs>
              <a:gs pos="100000">
                <a:srgbClr val="FFFF00"/>
              </a:gs>
            </a:gsLst>
            <a:lin scaled="0" ang="162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914400"/>
            <a:ext cx="2651760" cy="2286000"/>
          </a:xfrm>
          <a:prstGeom prst="rect">
            <a:avLst/>
          </a:prstGeom>
          <a:gradFill rotWithShape="1">
            <a:gsLst>
              <a:gs pos="0">
                <a:srgbClr val="7030A0"/>
              </a:gs>
              <a:gs pos="100000">
                <a:srgbClr val="FFC000"/>
              </a:gs>
            </a:gsLst>
            <a:lin scaled="0" ang="189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0" y="914400"/>
            <a:ext cx="2651760" cy="2286000"/>
          </a:xfrm>
          <a:prstGeom prst="ellipse">
            <a:avLst/>
          </a:prstGeom>
          <a:gradFill rotWithShape="1">
            <a:gsLst>
              <a:gs pos="0">
                <a:srgbClr val="000000"/>
              </a:gs>
              <a:gs pos="100000">
                <a:srgbClr val="FFFFFF"/>
              </a:gs>
            </a:gsLst>
            <a:lin scaled="0" ang="5400000"/>
          </a:gra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840480"/>
            <a:ext cx="10972800" cy="1371600"/>
          </a:xfrm>
          <a:prstGeom prst="rect">
            <a:avLst/>
          </a:prstGeom>
          <a:gradFill rotWithShape="1">
            <a:gsLst>
              <a:gs pos="0">
                <a:srgbClr val="FF0000"/>
              </a:gs>
              <a:gs pos="33000">
                <a:srgbClr val="FFFF00"/>
              </a:gs>
              <a:gs pos="66000">
                <a:srgbClr val="00B050"/>
              </a:gs>
              <a:gs pos="100000">
                <a:srgbClr val="0070C0"/>
              </a:gs>
            </a:gsLst>
            <a:lin ang="0"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0" y="5303520"/>
            <a:ext cx="2743200" cy="1371600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1F4E79"/>
              </a:gs>
            </a:gsLst>
            <a:path path="circle">
              <a:fillToRect l="50000" t="50000" r="50000" b="50000"/>
            </a:path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