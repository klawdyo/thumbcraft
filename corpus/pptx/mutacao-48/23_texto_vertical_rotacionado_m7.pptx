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99999999999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-9999999999tx1">
                    <a:tint val="-9999999999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-9999999999tx1">
                    <a:tint val="-9999999999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-9999999999tx1">
                    <a:tint val="-9999999999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-9999999999tx1">
                    <a:tint val="-9999999999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-9999999999tx1">
                    <a:tint val="-9999999999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-9999999999tx1">
                    <a:tint val="-9999999999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-9999999999tx1">
                    <a:tint val="-9999999999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-9999999999tx1">
                    <a:tint val="-9999999999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-9999999999tx1">
                    <a:tint val="-9999999999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-9999999999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645920" cy="4572000"/>
          </a:xfrm>
          <a:prstGeom prst="rect">
            <a:avLst/>
          </a:prstGeom>
          <a:noFill/>
        </p:spPr>
        <p:txBody>
          <a:bodyPr wrap="square" vert="vert">
            <a:spAutoFit/>
          </a:bodyPr>
          <a:lstStyle/>
          <a:p>
            <a:r>
              <a:rPr sz="2400" b="0" i="0"/>
              <a:t>Texto vertical vert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731520"/>
            <a:ext cx="1645920" cy="45720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 b="0" i="0"/>
              <a:t>Texto vertical eaVert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1645920" cy="45720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400" b="0" i="0"/>
              <a:t>Texto vertical vert270 ação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00000"/>
                </a:solidFill>
              </a:rPr>
              <a:t>Rotacionado 30°</a:t>
            </a:r>
          </a:p>
        </p:txBody>
      </p:sp>
      <p:sp>
        <p:nvSpPr>
          <p:cNvPr id="6" name="TextBox 5"/>
          <p:cNvSpPr txBox="1"/>
          <p:nvPr/>
        </p:nvSpPr>
        <p:spPr>
          <a:xfrm rot="20400000"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0070C0"/>
                </a:solidFill>
              </a:rPr>
              <a:t>Rotacionado -20°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8686800" y="4572000"/>
            <a:ext cx="2743200" cy="1097280"/>
          </a:xfrm>
          <a:prstGeom prst="rect">
            <a:avLst/>
          </a:prstGeom>
          <a:solidFill>
            <a:srgbClr val="FFC000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girada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