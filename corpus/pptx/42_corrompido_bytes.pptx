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Gráfico de barras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Vendas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19.2</c:v>
                </c:pt>
                <c:pt idx="1">
                  <c:v>21.4</c:v>
                </c:pt>
                <c:pt idx="2">
                  <c:v>16.7</c:v>
                </c:pt>
                <c:pt idx="3">
                  <c:v>30.1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Custos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12.0</c:v>
                </c:pt>
                <c:pt idx="1">
                  <c:v>10.5</c:v>
                </c:pt>
                <c:pt idx="2">
                  <c:v>14.0</c:v>
                </c:pt>
                <c:pt idx="3">
                  <c:v>9.0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1097280"/>
          <a:ext cx="1005840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