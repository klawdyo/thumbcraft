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ak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28800" y="1371600"/>
            <a:ext cx="73152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/>
              <a:t>Vídeo embutido (placeholder com pôster)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