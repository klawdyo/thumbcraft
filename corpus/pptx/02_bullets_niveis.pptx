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Tópicos e níveis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Nível 0: primeiro item</a:t>
            </a:r>
          </a:p>
          <a:p>
            <a:pPr lvl="1"/>
            <a:r>
              <a:t>Nível 1: subitem a</a:t>
            </a:r>
          </a:p>
          <a:p>
            <a:pPr lvl="2"/>
            <a:r>
              <a:t>Nível 2: sub-subitem</a:t>
            </a:r>
          </a:p>
          <a:p>
            <a:pPr lvl="3"/>
            <a:r>
              <a:t>Nível 3: mais fundo</a:t>
            </a:r>
          </a:p>
          <a:p>
            <a:pPr lvl="1"/>
            <a:r>
              <a:t>Nível 1: subitem b</a:t>
            </a:r>
          </a:p>
          <a:p>
            <a:pPr/>
            <a:r>
              <a:t>Nível 0: segundo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