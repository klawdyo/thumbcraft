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 de 60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slide 1</a:t>
            </a:r>
          </a:p>
          <a:p>
            <a:r>
              <a:t>Segunda linha</a:t>
            </a:r>
          </a:p>
        </p:txBody>
      </p:sp>
      <p:pic>
        <p:nvPicPr>
          <p:cNvPr id="4" name="Picture 3" descr="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3657600"/>
            <a:ext cx="36576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 de 60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slide 2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 de 60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slide 3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 de 60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slide 4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 de 60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slide 5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 de 60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slide 6</a:t>
            </a:r>
          </a:p>
          <a:p>
            <a:r>
              <a:t>Segunda linha</a:t>
            </a:r>
          </a:p>
        </p:txBody>
      </p:sp>
      <p:pic>
        <p:nvPicPr>
          <p:cNvPr id="4" name="Picture 3" descr="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3657600"/>
            <a:ext cx="36576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 de 60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slide 7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 de 60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slide 8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 de 60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slide 9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 de 60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slide 10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 de 60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slide 11</a:t>
            </a:r>
          </a:p>
          <a:p>
            <a:r>
              <a:t>Segunda linha</a:t>
            </a:r>
          </a:p>
        </p:txBody>
      </p:sp>
      <p:pic>
        <p:nvPicPr>
          <p:cNvPr id="4" name="Picture 3" descr="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3657600"/>
            <a:ext cx="36576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 de 60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slide 12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 de 60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slide 13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 de 60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slide 14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 de 60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slide 15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 de 60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slide 16</a:t>
            </a:r>
          </a:p>
          <a:p>
            <a:r>
              <a:t>Segunda linha</a:t>
            </a:r>
          </a:p>
        </p:txBody>
      </p:sp>
      <p:pic>
        <p:nvPicPr>
          <p:cNvPr id="4" name="Picture 3" descr="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3657600"/>
            <a:ext cx="36576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 de 60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slide 17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 de 60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slide 18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 de 60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slide 19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20 de 60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slide 20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21 de 60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slide 21</a:t>
            </a:r>
          </a:p>
          <a:p>
            <a:r>
              <a:t>Segunda linha</a:t>
            </a:r>
          </a:p>
        </p:txBody>
      </p:sp>
      <p:pic>
        <p:nvPicPr>
          <p:cNvPr id="4" name="Picture 3" descr="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3657600"/>
            <a:ext cx="36576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22 de 60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slide 22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23 de 60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slide 23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24 de 60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slide 24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25 de 60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slide 25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26 de 60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slide 26</a:t>
            </a:r>
          </a:p>
          <a:p>
            <a:r>
              <a:t>Segunda linha</a:t>
            </a:r>
          </a:p>
        </p:txBody>
      </p:sp>
      <p:pic>
        <p:nvPicPr>
          <p:cNvPr id="4" name="Picture 3" descr="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3657600"/>
            <a:ext cx="36576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27 de 60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slide 27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28 de 60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slide 28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29 de 60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slide 29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30 de 60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slide 30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31 de 60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slide 31</a:t>
            </a:r>
          </a:p>
          <a:p>
            <a:r>
              <a:t>Segunda linha</a:t>
            </a:r>
          </a:p>
        </p:txBody>
      </p:sp>
      <p:pic>
        <p:nvPicPr>
          <p:cNvPr id="4" name="Picture 3" descr="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3657600"/>
            <a:ext cx="36576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32 de 60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slide 32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33 de 60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slide 33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34 de 60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slide 34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35 de 60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slide 35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36 de 60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slide 36</a:t>
            </a:r>
          </a:p>
          <a:p>
            <a:r>
              <a:t>Segunda linha</a:t>
            </a:r>
          </a:p>
        </p:txBody>
      </p:sp>
      <p:pic>
        <p:nvPicPr>
          <p:cNvPr id="4" name="Picture 3" descr="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3657600"/>
            <a:ext cx="36576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37 de 60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slide 37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38 de 60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slide 38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39 de 60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slide 39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40 de 60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slide 40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41 de 60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slide 41</a:t>
            </a:r>
          </a:p>
          <a:p>
            <a:r>
              <a:t>Segunda linha</a:t>
            </a:r>
          </a:p>
        </p:txBody>
      </p:sp>
      <p:pic>
        <p:nvPicPr>
          <p:cNvPr id="4" name="Picture 3" descr="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3657600"/>
            <a:ext cx="36576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42 de 60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slide 42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43 de 60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slide 43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44 de 60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slide 44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45 de 60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slide 45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46 de 60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slide 46</a:t>
            </a:r>
          </a:p>
          <a:p>
            <a:r>
              <a:t>Segunda linha</a:t>
            </a:r>
          </a:p>
        </p:txBody>
      </p:sp>
      <p:pic>
        <p:nvPicPr>
          <p:cNvPr id="4" name="Picture 3" descr="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3657600"/>
            <a:ext cx="36576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47 de 60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slide 47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48 de 60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slide 48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49 de 60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slide 49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50 de 60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slide 50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51 de 60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slide 51</a:t>
            </a:r>
          </a:p>
          <a:p>
            <a:r>
              <a:t>Segunda linha</a:t>
            </a:r>
          </a:p>
        </p:txBody>
      </p:sp>
      <p:pic>
        <p:nvPicPr>
          <p:cNvPr id="4" name="Picture 3" descr="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3657600"/>
            <a:ext cx="36576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52 de 60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slide 52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53 de 60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slide 53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54 de 60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slide 54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55 de 60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slide 55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56 de 60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slide 56</a:t>
            </a:r>
          </a:p>
          <a:p>
            <a:r>
              <a:t>Segunda linha</a:t>
            </a:r>
          </a:p>
        </p:txBody>
      </p:sp>
      <p:pic>
        <p:nvPicPr>
          <p:cNvPr id="4" name="Picture 3" descr="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3657600"/>
            <a:ext cx="36576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57 de 60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slide 57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58 de 60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slide 58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59 de 60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slide 59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60 de 60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slide 60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