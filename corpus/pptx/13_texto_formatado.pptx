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Negrito grande 40pt</a:t>
            </a:r>
          </a:p>
          <a:p>
            <a:r>
              <a:rPr sz="2800" i="1">
                <a:solidFill>
                  <a:srgbClr val="0070C0"/>
                </a:solidFill>
              </a:rPr>
              <a:t>Itálico azul 28pt</a:t>
            </a:r>
          </a:p>
          <a:p>
            <a:r>
              <a:rPr sz="2400" u="sng">
                <a:solidFill>
                  <a:srgbClr val="C00000"/>
                </a:solidFill>
              </a:rPr>
              <a:t>Sublinhado vermelho 24</a:t>
            </a:r>
          </a:p>
          <a:p>
            <a:r>
              <a:rPr sz="1000">
                <a:solidFill>
                  <a:srgbClr val="7F7F7F"/>
                </a:solidFill>
              </a:rPr>
              <a:t>Pequeno 10pt cinza</a:t>
            </a:r>
          </a:p>
          <a:p>
            <a:r>
              <a:rPr sz="3200" b="1" i="1">
                <a:solidFill>
                  <a:srgbClr val="00B050"/>
                </a:solidFill>
              </a:rPr>
              <a:t>Negrito itálico verde 32pt</a:t>
            </a:r>
          </a:p>
          <a:p>
            <a:r>
              <a:rPr sz="1800"/>
              <a:t>Texto 18pt normal com acentuação: ação, órgão, pôr</a:t>
            </a:r>
          </a:p>
          <a:p>
            <a:r>
              <a:rPr sz="3000">
                <a:solidFill>
                  <a:srgbClr val="FF0000"/>
                </a:solidFill>
              </a:rPr>
              <a:t>Multi</a:t>
            </a:r>
            <a:r>
              <a:rPr sz="3000">
                <a:solidFill>
                  <a:srgbClr val="00B050"/>
                </a:solidFill>
              </a:rPr>
              <a:t>cor</a:t>
            </a:r>
            <a:r>
              <a:rPr sz="3000">
                <a:solidFill>
                  <a:srgbClr val="0000FF"/>
                </a:solidFill>
              </a:rPr>
              <a:t> no </a:t>
            </a:r>
            <a:r>
              <a:rPr sz="3000">
                <a:solidFill>
                  <a:srgbClr val="FF00FF"/>
                </a:solidFill>
              </a:rPr>
              <a:t>mesmo</a:t>
            </a:r>
            <a:r>
              <a:rPr sz="3000">
                <a:solidFill>
                  <a:srgbClr val="000000"/>
                </a:solidFill>
              </a:rPr>
              <a:t> parágrafo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