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743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</a:rPr>
              <a:t>Imagem em tela cheia com texto por cima</a:t>
            </a:r>
          </a:p>
        </p:txBody>
      </p:sp>
      <p:pic>
        <p:nvPicPr>
          <p:cNvPr id="4" name="Picture 3" descr="b.jpg"/>
          <p:cNvPicPr>
            <a:picLocks noChangeAspect="1"/>
          </p:cNvPicPr>
          <p:nvPr/>
        </p:nvPicPr>
        <p:blipFill>
          <a:blip r:embed="rId3"/>
          <a:srcRect l="20000" r="20000" t="10000"/>
          <a:stretch>
            <a:fillRect/>
          </a:stretch>
        </p:blipFill>
        <p:spPr>
          <a:xfrm>
            <a:off x="914400" y="411480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