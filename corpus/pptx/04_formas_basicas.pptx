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731520"/>
            <a:ext cx="2286000" cy="1371600"/>
          </a:xfrm>
          <a:prstGeom prst="rect">
            <a:avLst/>
          </a:prstGeom>
          <a:solidFill>
            <a:srgbClr val="FFC000"/>
          </a:solidFill>
          <a:ln w="508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383280" y="731520"/>
            <a:ext cx="2286000" cy="1371600"/>
          </a:xfrm>
          <a:prstGeom prst="ellipse">
            <a:avLst/>
          </a:prstGeom>
          <a:solidFill>
            <a:srgbClr val="70AD47"/>
          </a:solidFill>
          <a:ln w="38100">
            <a:solidFill>
              <a:srgbClr val="375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Arrow 3"/>
          <p:cNvSpPr/>
          <p:nvPr/>
        </p:nvSpPr>
        <p:spPr>
          <a:xfrm>
            <a:off x="6126480" y="731520"/>
            <a:ext cx="2286000" cy="1371600"/>
          </a:xfrm>
          <a:prstGeom prst="rightArrow">
            <a:avLst/>
          </a:prstGeom>
          <a:solidFill>
            <a:srgbClr val="ED7D31"/>
          </a:solidFill>
          <a:ln w="25400">
            <a:solidFill>
              <a:srgbClr val="843C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69680" y="731520"/>
            <a:ext cx="2560320" cy="1371600"/>
          </a:xfrm>
          <a:prstGeom prst="roundRect">
            <a:avLst/>
          </a:prstGeom>
          <a:solidFill>
            <a:srgbClr val="5B9BD5"/>
          </a:solidFill>
          <a:ln w="254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5-Point Star 5"/>
          <p:cNvSpPr/>
          <p:nvPr/>
        </p:nvSpPr>
        <p:spPr>
          <a:xfrm>
            <a:off x="640080" y="2743200"/>
            <a:ext cx="2286000" cy="2286000"/>
          </a:xfrm>
          <a:prstGeom prst="star5">
            <a:avLst/>
          </a:prstGeom>
          <a:solidFill>
            <a:srgbClr val="FFFF00"/>
          </a:solidFill>
          <a:ln w="25400">
            <a:solidFill>
              <a:srgbClr val="7F6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3383280" y="2743200"/>
            <a:ext cx="2286000" cy="2286000"/>
          </a:xfrm>
          <a:prstGeom prst="hexagon">
            <a:avLst/>
          </a:prstGeom>
          <a:solidFill>
            <a:srgbClr val="A5A5A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eft-Right Arrow 7"/>
          <p:cNvSpPr/>
          <p:nvPr/>
        </p:nvSpPr>
        <p:spPr>
          <a:xfrm>
            <a:off x="6126480" y="2926080"/>
            <a:ext cx="2743200" cy="914400"/>
          </a:xfrm>
          <a:prstGeom prst="leftRightArrow">
            <a:avLst/>
          </a:prstGeom>
          <a:solidFill>
            <a:srgbClr val="FF99CC"/>
          </a:solidFill>
          <a:ln w="25400">
            <a:solidFill>
              <a:srgbClr val="99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loud 8"/>
          <p:cNvSpPr/>
          <p:nvPr/>
        </p:nvSpPr>
        <p:spPr>
          <a:xfrm>
            <a:off x="9326880" y="2743200"/>
            <a:ext cx="2286000" cy="1828800"/>
          </a:xfrm>
          <a:prstGeom prst="cloud">
            <a:avLst/>
          </a:prstGeom>
          <a:solidFill>
            <a:srgbClr val="BDD7EE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640080" y="5486400"/>
            <a:ext cx="10789920" cy="182880"/>
          </a:xfrm>
          <a:prstGeom prst="line">
            <a:avLst/>
          </a:prstGeom>
          <a:ln w="12700">
            <a:solidFill>
              <a:srgbClr val="002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0080" y="5806440"/>
            <a:ext cx="10789920" cy="182880"/>
          </a:xfrm>
          <a:prstGeom prst="line">
            <a:avLst/>
          </a:prstGeom>
          <a:ln w="38100">
            <a:solidFill>
              <a:srgbClr val="402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40080" y="6126480"/>
            <a:ext cx="10789920" cy="182880"/>
          </a:xfrm>
          <a:prstGeom prst="line">
            <a:avLst/>
          </a:prstGeom>
          <a:ln w="63500">
            <a:solidFill>
              <a:srgbClr val="802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126480" y="4206240"/>
            <a:ext cx="2743200" cy="73152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