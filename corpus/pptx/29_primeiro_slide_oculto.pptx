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PRIMEIRO (OCULTO)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SEGUNDO (visível)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