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10058400" cy="3657600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731520">
                <a:tc>
                  <a:txBody>
                    <a:bodyPr/>
                    <a:lstStyle/>
                    <a:p>
                      <a:r>
                        <a:t>Cabeçalho 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Cabeçalho 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Cabeçalho 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Cabeçalho 4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L1C1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L1C2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L1C3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L1C4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L2C1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L2C2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L2C3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L2C4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L3C1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L3C2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L3C3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L3C4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t>L4C1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L4C2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L4C3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t>L4C4 ção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