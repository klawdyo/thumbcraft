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Title 1"/><p:cNvSpPr><a:spLocks noGrp="1"/></p:cNvSpPr><p:nvPr><p:ph type="title"/></p:nvPr></p:nvSpPr><p:spPr/><p:txBody><a:bodyPr/><a:lstStyle/><a:p><a:r><a:t>Slide 1 de 60</a:t></a:r></a:p></p:txBody></p:sp><p:sp><p:nvSpPr><p:cNvPr id="3" name="Content Placeholder 2"/><p:cNvSpP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19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29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39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49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51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52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53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54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55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56</a:t>
            </a:r>
          </a:p>
          <a:p>
            <a:r>
              <a:t>Segunda linha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57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58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59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do slide 60</a:t>
            </a:r>
          </a:p>
          <a:p>
            <a:r>
              <a:t>Segunda linha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