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/>
              <a:t>Sombras e transparência</a:t>
            </a:r>
          </a:p>
        </p:txBody>
      </p:sp>
      <p:pic>
        <p:nvPicPr>
          <p:cNvPr id="3" name="Picture 2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6400800" cy="4000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280160"/>
            <a:ext cx="2926080" cy="1828800"/>
          </a:xfrm>
          <a:prstGeom prst="rect">
            <a:avLst/>
          </a:prstGeom>
          <a:solidFill>
            <a:srgbClr val="FF0000"/>
          </a:solidFill>
          <a:ln w="12700">
            <a:solidFill>
              <a:srgbClr val="000000"/>
            </a:solidFill>
          </a:ln>
          <a:effectLst>
            <a:outerShdw blurRad="101600" dist="762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0" y="2286000"/>
            <a:ext cx="4114800" cy="2743200"/>
          </a:xfrm>
          <a:prstGeom prst="ellipse">
            <a:avLst/>
          </a:prstGeom>
          <a:solidFill>
            <a:srgbClr val="0070C0">
              <a:alpha val="4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0" y="1645920"/>
            <a:ext cx="3657600" cy="2286000"/>
          </a:xfrm>
          <a:prstGeom prst="roundRect">
            <a:avLst/>
          </a:prstGeom>
          <a:solidFill>
            <a:srgbClr val="00B050">
              <a:alpha val="55000"/>
            </a:srgbClr>
          </a:solidFill>
          <a:ln w="38100">
            <a:solidFill>
              <a:srgbClr val="004D00"/>
            </a:solidFill>
          </a:ln>
          <a:effectLst>
            <a:outerShdw blurRad="190500" dist="1143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389120"/>
            <a:ext cx="2926080" cy="1645920"/>
          </a:xfrm>
          <a:prstGeom prst="rect">
            <a:avLst/>
          </a:prstGeom>
          <a:solidFill>
            <a:srgbClr val="FFC000"/>
          </a:solidFill>
          <a:effectLst>
            <a:outerShdw blurRad="0" dist="1270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